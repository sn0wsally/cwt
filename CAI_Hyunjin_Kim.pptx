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54"/>
    <p:restoredTop sz="94619"/>
  </p:normalViewPr>
  <p:slideViewPr>
    <p:cSldViewPr snapToGrid="0" snapToObjects="1">
      <p:cViewPr varScale="1">
        <p:scale>
          <a:sx n="56" d="100"/>
          <a:sy n="56" d="100"/>
        </p:scale>
        <p:origin x="14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31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B64D0E-E4A7-1638-ADE5-D8FE1A5A68D7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02/18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5F8583-5FE8-20B8-F89F-4AF5D12AFF34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03/18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7321AE-D119-0542-6C9D-00439437801E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04/18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6B167F-06E4-FE6C-0397-7F0A8EF05629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05/18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1AC8D-4A6A-F836-4A67-93E20DB4C05E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06/18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834E07-7BAC-036D-3134-C0A6B127797D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07/18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A0006-AD76-EA9A-A6E2-1D2F6727D607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08/18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1A80B-7583-DA3E-5D9F-AABD81D52F5D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09/18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05219-C2C7-1E50-2A4A-3C5EBE18B245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10/18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FAB4F2-56A1-B711-E60B-0E6469E3B2E6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11/18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8D5B8-D1D5-3533-D6D9-4BB957035A08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12/18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477A0-1CC4-8FDC-141D-4C39CCB1D5F9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13/18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505E6F-218A-64D7-259B-A4B5FBCD6F97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14/18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451CAE-D2E5-9BF0-9ACB-98C1A98A5BD6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15/18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F49E9-995F-A537-A7E8-23AA82D0BC59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16/18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83C6C-CDD2-A261-355B-254B8CF12D9D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17/18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 descr="A white text with blue text&#10;&#10;AI-generated content may be incorrect.">
            <a:extLst>
              <a:ext uri="{FF2B5EF4-FFF2-40B4-BE49-F238E27FC236}">
                <a16:creationId xmlns:a16="http://schemas.microsoft.com/office/drawing/2014/main" id="{F40E78DD-7673-1C16-A794-194A11BD4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3773" y="4037127"/>
            <a:ext cx="7512390" cy="4492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1D3A97-4E2E-4F61-1B26-C8A8E937FD0C}"/>
              </a:ext>
            </a:extLst>
          </p:cNvPr>
          <p:cNvSpPr txBox="1"/>
          <p:nvPr/>
        </p:nvSpPr>
        <p:spPr>
          <a:xfrm>
            <a:off x="16683808" y="9352300"/>
            <a:ext cx="925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</a:rPr>
              <a:t>18/18</a:t>
            </a:r>
            <a:endParaRPr lang="en-KR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35</Words>
  <Application>Microsoft Office PowerPoint</Application>
  <PresentationFormat>사용자 지정</PresentationFormat>
  <Paragraphs>35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TPL10969_Presentation_PPT_Wide_Template_0</dc:title>
  <dc:subject>Presentation</dc:subject>
  <dc:creator>mangoboard.net_54859831</dc:creator>
  <cp:lastModifiedBy>Subin Hyun</cp:lastModifiedBy>
  <cp:revision>8</cp:revision>
  <dcterms:created xsi:type="dcterms:W3CDTF">2026-06-21T11:16:41Z</dcterms:created>
  <dcterms:modified xsi:type="dcterms:W3CDTF">2026-06-25T14:56:11Z</dcterms:modified>
</cp:coreProperties>
</file>