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5" r:id="rId1"/>
  </p:sldMasterIdLst>
  <p:notesMasterIdLst>
    <p:notesMasterId r:id="rId13"/>
  </p:notesMasterIdLst>
  <p:sldIdLst>
    <p:sldId id="256" r:id="rId2"/>
    <p:sldId id="258" r:id="rId3"/>
    <p:sldId id="300" r:id="rId4"/>
    <p:sldId id="262" r:id="rId5"/>
    <p:sldId id="298" r:id="rId6"/>
    <p:sldId id="301" r:id="rId7"/>
    <p:sldId id="302" r:id="rId8"/>
    <p:sldId id="303" r:id="rId9"/>
    <p:sldId id="299" r:id="rId10"/>
    <p:sldId id="277" r:id="rId11"/>
    <p:sldId id="266" r:id="rId12"/>
  </p:sldIdLst>
  <p:sldSz cx="9144000" cy="5143500" type="screen16x9"/>
  <p:notesSz cx="6858000" cy="9144000"/>
  <p:embeddedFontLst>
    <p:embeddedFont>
      <p:font typeface="Arimo" panose="020B0604020202020204" charset="0"/>
      <p:regular r:id="rId14"/>
      <p:bold r:id="rId15"/>
      <p:italic r:id="rId16"/>
      <p:boldItalic r:id="rId17"/>
    </p:embeddedFont>
    <p:embeddedFont>
      <p:font typeface="DM Serif Text" panose="020F0502020204030204" pitchFamily="2" charset="0"/>
      <p:regular r:id="rId18"/>
      <p:italic r:id="rId19"/>
    </p:embeddedFont>
    <p:embeddedFont>
      <p:font typeface="Miriam Fixed" panose="020F0502020204030204" pitchFamily="49" charset="-79"/>
      <p:regular r:id="rId20"/>
    </p:embeddedFont>
    <p:embeddedFont>
      <p:font typeface="Raleway" panose="020F0502020204030204" pitchFamily="2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48DC183-CCA4-BC4E-B161-EA57EB56A59E}" v="45" dt="2026-06-21T12:57:46.015"/>
  </p1510:revLst>
</p1510:revInfo>
</file>

<file path=ppt/tableStyles.xml><?xml version="1.0" encoding="utf-8"?>
<a:tblStyleLst xmlns:a="http://schemas.openxmlformats.org/drawingml/2006/main" def="{0726F293-F138-4BBC-8D00-E31EEC44BAFD}">
  <a:tblStyle styleId="{0726F293-F138-4BBC-8D00-E31EEC44BAF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D80EE0A-7459-4179-8B39-FE6F6A619000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748"/>
    <p:restoredTop sz="51683"/>
  </p:normalViewPr>
  <p:slideViewPr>
    <p:cSldViewPr snapToGrid="0">
      <p:cViewPr varScale="1">
        <p:scale>
          <a:sx n="56" d="100"/>
          <a:sy n="56" d="100"/>
        </p:scale>
        <p:origin x="2085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337" name="Google Shape;33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27549fe154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353" name="Google Shape;353;g27549fe154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21258269c9b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384" name="Google Shape;384;g21258269c9b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87080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393" name="Google Shape;393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lang="ko-KR" altLang="ko-KR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393" name="Google Shape;393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6304846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92D6F1C4-A6DE-DCCF-CB68-3F1A37F24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487C6959-E3B2-262B-056D-1DBEDF97F0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06ED1355-CE41-3BD7-2785-4F94F4BA6B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4157917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5EEB49BF-B4DC-6D2E-C92C-6D9E771177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40385DAB-DD8F-4213-D1DB-9F49A7D4F4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89E5850A-4A0F-E811-E1B1-F7B24C5723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1961099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>
          <a:extLst>
            <a:ext uri="{FF2B5EF4-FFF2-40B4-BE49-F238E27FC236}">
              <a16:creationId xmlns:a16="http://schemas.microsoft.com/office/drawing/2014/main" id="{42C4690F-AA45-9DD0-1C2E-4D876F844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>
            <a:extLst>
              <a:ext uri="{FF2B5EF4-FFF2-40B4-BE49-F238E27FC236}">
                <a16:creationId xmlns:a16="http://schemas.microsoft.com/office/drawing/2014/main" id="{9614EC89-B154-5B1C-F470-E6DF50C6E3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393" name="Google Shape;393;g21258269c9b_0_111:notes">
            <a:extLst>
              <a:ext uri="{FF2B5EF4-FFF2-40B4-BE49-F238E27FC236}">
                <a16:creationId xmlns:a16="http://schemas.microsoft.com/office/drawing/2014/main" id="{98272BCA-AEE9-CBF0-7442-4EB0A4BA87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457232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21258269c9b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393" name="Google Shape;393;g21258269c9b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rtl="0"/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716678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1105afc42a3_1_8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605" name="Google Shape;605;g1105afc42a3_1_8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11e375b9f55_0_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ko-KR" altLang="en-US"/>
          </a:p>
        </p:txBody>
      </p:sp>
      <p:sp>
        <p:nvSpPr>
          <p:cNvPr id="444" name="Google Shape;444;g11e375b9f55_0_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5100" y="1012438"/>
            <a:ext cx="6251100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572000" y="3721563"/>
            <a:ext cx="3856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4608500"/>
            <a:ext cx="9144000" cy="535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8800388" y="-8450"/>
            <a:ext cx="13" cy="5152025"/>
            <a:chOff x="8800388" y="-8450"/>
            <a:chExt cx="13" cy="5152025"/>
          </a:xfrm>
        </p:grpSpPr>
        <p:cxnSp>
          <p:nvCxnSpPr>
            <p:cNvPr id="14" name="Google Shape;14;p2"/>
            <p:cNvCxnSpPr/>
            <p:nvPr/>
          </p:nvCxnSpPr>
          <p:spPr>
            <a:xfrm rot="10800000">
              <a:off x="8800400" y="-8450"/>
              <a:ext cx="0" cy="4616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800388" y="4608975"/>
              <a:ext cx="0" cy="5346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6" name="Google Shape;16;p2"/>
          <p:cNvGrpSpPr/>
          <p:nvPr/>
        </p:nvGrpSpPr>
        <p:grpSpPr>
          <a:xfrm>
            <a:off x="320975" y="4733475"/>
            <a:ext cx="394125" cy="271800"/>
            <a:chOff x="215225" y="4734875"/>
            <a:chExt cx="394125" cy="271800"/>
          </a:xfrm>
        </p:grpSpPr>
        <p:sp>
          <p:nvSpPr>
            <p:cNvPr id="17" name="Google Shape;17;p2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Google Shape;31;p4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4" name="Google Shape;34;p4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5" name="Google Shape;35;p4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6" name="Google Shape;36;p4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" name="Google Shape;38;p4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9" name="Google Shape;39;p4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0" name="Google Shape;40;p4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1" name="Google Shape;41;p4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" name="Google Shape;45;p5"/>
          <p:cNvGrpSpPr/>
          <p:nvPr/>
        </p:nvGrpSpPr>
        <p:grpSpPr>
          <a:xfrm rot="-5400000" flipH="1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46" name="Google Shape;46;p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8" name="Google Shape;48;p5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49" name="Google Shape;49;p5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0" name="Google Shape;50;p5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1" name="Google Shape;51;p5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ubTitle" idx="1"/>
          </p:nvPr>
        </p:nvSpPr>
        <p:spPr>
          <a:xfrm>
            <a:off x="4923250" y="2421751"/>
            <a:ext cx="2505600" cy="15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subTitle" idx="2"/>
          </p:nvPr>
        </p:nvSpPr>
        <p:spPr>
          <a:xfrm>
            <a:off x="1715375" y="2421750"/>
            <a:ext cx="2505600" cy="150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ubTitle" idx="3"/>
          </p:nvPr>
        </p:nvSpPr>
        <p:spPr>
          <a:xfrm>
            <a:off x="1715375" y="177189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6" name="Google Shape;56;p5"/>
          <p:cNvSpPr txBox="1">
            <a:spLocks noGrp="1"/>
          </p:cNvSpPr>
          <p:nvPr>
            <p:ph type="subTitle" idx="4"/>
          </p:nvPr>
        </p:nvSpPr>
        <p:spPr>
          <a:xfrm>
            <a:off x="4923250" y="1771900"/>
            <a:ext cx="2505600" cy="55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8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8"/>
          <p:cNvSpPr txBox="1">
            <a:spLocks noGrp="1"/>
          </p:cNvSpPr>
          <p:nvPr>
            <p:ph type="title"/>
          </p:nvPr>
        </p:nvSpPr>
        <p:spPr>
          <a:xfrm>
            <a:off x="2724150" y="1307100"/>
            <a:ext cx="36957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85" name="Google Shape;85;p8"/>
          <p:cNvSpPr/>
          <p:nvPr/>
        </p:nvSpPr>
        <p:spPr>
          <a:xfrm flipH="1">
            <a:off x="1926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6" name="Google Shape;86;p8"/>
          <p:cNvGrpSpPr/>
          <p:nvPr/>
        </p:nvGrpSpPr>
        <p:grpSpPr>
          <a:xfrm rot="-5400000" flipH="1">
            <a:off x="162316" y="2435865"/>
            <a:ext cx="394125" cy="271746"/>
            <a:chOff x="215225" y="4734875"/>
            <a:chExt cx="394125" cy="271800"/>
          </a:xfrm>
        </p:grpSpPr>
        <p:sp>
          <p:nvSpPr>
            <p:cNvPr id="87" name="Google Shape;87;p8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973" y="-8375"/>
            <a:ext cx="9143739" cy="5152800"/>
            <a:chOff x="973" y="-8375"/>
            <a:chExt cx="9143739" cy="5152800"/>
          </a:xfrm>
        </p:grpSpPr>
        <p:cxnSp>
          <p:nvCxnSpPr>
            <p:cNvPr id="90" name="Google Shape;90;p8"/>
            <p:cNvCxnSpPr/>
            <p:nvPr/>
          </p:nvCxnSpPr>
          <p:spPr>
            <a:xfrm rot="10800000">
              <a:off x="700912" y="4890750"/>
              <a:ext cx="8443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1" name="Google Shape;91;p8"/>
            <p:cNvCxnSpPr/>
            <p:nvPr/>
          </p:nvCxnSpPr>
          <p:spPr>
            <a:xfrm rot="10800000">
              <a:off x="973" y="4890750"/>
              <a:ext cx="7173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2" name="Google Shape;92;p8"/>
            <p:cNvCxnSpPr/>
            <p:nvPr/>
          </p:nvCxnSpPr>
          <p:spPr>
            <a:xfrm rot="10800000">
              <a:off x="8800950" y="-8375"/>
              <a:ext cx="0" cy="5152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2201850" y="1584874"/>
            <a:ext cx="47403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2201925" y="2427926"/>
            <a:ext cx="4740300" cy="113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8" name="Google Shape;98;p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99" name="Google Shape;99;p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0" name="Google Shape;100;p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1" name="Google Shape;101;p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102" name="Google Shape;102;p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03" name="Google Shape;103;p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104" name="Google Shape;104;p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" name="Google Shape;105;p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0"/>
          <p:cNvSpPr>
            <a:spLocks noGrp="1"/>
          </p:cNvSpPr>
          <p:nvPr>
            <p:ph type="pic" idx="2"/>
          </p:nvPr>
        </p:nvSpPr>
        <p:spPr>
          <a:xfrm>
            <a:off x="-6875" y="0"/>
            <a:ext cx="9144000" cy="51573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8" name="Google Shape;108;p10"/>
          <p:cNvSpPr txBox="1">
            <a:spLocks noGrp="1"/>
          </p:cNvSpPr>
          <p:nvPr>
            <p:ph type="title"/>
          </p:nvPr>
        </p:nvSpPr>
        <p:spPr>
          <a:xfrm>
            <a:off x="720000" y="4038000"/>
            <a:ext cx="7704000" cy="5727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  <a:defRPr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1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1"/>
          <p:cNvSpPr/>
          <p:nvPr/>
        </p:nvSpPr>
        <p:spPr>
          <a:xfrm>
            <a:off x="0" y="0"/>
            <a:ext cx="9144000" cy="3980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2" name="Google Shape;112;p11"/>
          <p:cNvGrpSpPr/>
          <p:nvPr/>
        </p:nvGrpSpPr>
        <p:grpSpPr>
          <a:xfrm rot="5400000">
            <a:off x="145975" y="1971996"/>
            <a:ext cx="394125" cy="271800"/>
            <a:chOff x="215225" y="4734875"/>
            <a:chExt cx="394125" cy="271800"/>
          </a:xfrm>
        </p:grpSpPr>
        <p:sp>
          <p:nvSpPr>
            <p:cNvPr id="113" name="Google Shape;113;p11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8800350" y="-25"/>
            <a:ext cx="600" cy="5152225"/>
            <a:chOff x="8803725" y="-25"/>
            <a:chExt cx="600" cy="5152225"/>
          </a:xfrm>
        </p:grpSpPr>
        <p:cxnSp>
          <p:nvCxnSpPr>
            <p:cNvPr id="116" name="Google Shape;116;p11"/>
            <p:cNvCxnSpPr/>
            <p:nvPr/>
          </p:nvCxnSpPr>
          <p:spPr>
            <a:xfrm rot="10800000">
              <a:off x="8803725" y="3979800"/>
              <a:ext cx="600" cy="11724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7" name="Google Shape;117;p11"/>
            <p:cNvCxnSpPr/>
            <p:nvPr/>
          </p:nvCxnSpPr>
          <p:spPr>
            <a:xfrm rot="10800000">
              <a:off x="8804325" y="-25"/>
              <a:ext cx="0" cy="39786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8" name="Google Shape;118;p11"/>
          <p:cNvSpPr txBox="1">
            <a:spLocks noGrp="1"/>
          </p:cNvSpPr>
          <p:nvPr>
            <p:ph type="title" hasCustomPrompt="1"/>
          </p:nvPr>
        </p:nvSpPr>
        <p:spPr>
          <a:xfrm>
            <a:off x="1660950" y="1484200"/>
            <a:ext cx="5822100" cy="12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72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19" name="Google Shape;119;p11"/>
          <p:cNvSpPr txBox="1">
            <a:spLocks noGrp="1"/>
          </p:cNvSpPr>
          <p:nvPr>
            <p:ph type="subTitle" idx="1"/>
          </p:nvPr>
        </p:nvSpPr>
        <p:spPr>
          <a:xfrm>
            <a:off x="1660950" y="2731600"/>
            <a:ext cx="58221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400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dk2"/>
        </a:solidFill>
        <a:effectLst/>
      </p:bgPr>
    </p:bg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3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 idx="2" hasCustomPrompt="1"/>
          </p:nvPr>
        </p:nvSpPr>
        <p:spPr>
          <a:xfrm>
            <a:off x="720000" y="177952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3"/>
          <p:cNvSpPr txBox="1">
            <a:spLocks noGrp="1"/>
          </p:cNvSpPr>
          <p:nvPr>
            <p:ph type="title" idx="3" hasCustomPrompt="1"/>
          </p:nvPr>
        </p:nvSpPr>
        <p:spPr>
          <a:xfrm>
            <a:off x="720000" y="3212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6" name="Google Shape;126;p13"/>
          <p:cNvSpPr txBox="1">
            <a:spLocks noGrp="1"/>
          </p:cNvSpPr>
          <p:nvPr>
            <p:ph type="title" idx="4" hasCustomPrompt="1"/>
          </p:nvPr>
        </p:nvSpPr>
        <p:spPr>
          <a:xfrm>
            <a:off x="3419275" y="177952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7" name="Google Shape;127;p13"/>
          <p:cNvSpPr txBox="1">
            <a:spLocks noGrp="1"/>
          </p:cNvSpPr>
          <p:nvPr>
            <p:ph type="title" idx="5" hasCustomPrompt="1"/>
          </p:nvPr>
        </p:nvSpPr>
        <p:spPr>
          <a:xfrm>
            <a:off x="3419275" y="3212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8" name="Google Shape;128;p13"/>
          <p:cNvSpPr txBox="1">
            <a:spLocks noGrp="1"/>
          </p:cNvSpPr>
          <p:nvPr>
            <p:ph type="title" idx="6" hasCustomPrompt="1"/>
          </p:nvPr>
        </p:nvSpPr>
        <p:spPr>
          <a:xfrm>
            <a:off x="6118550" y="1779523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9" name="Google Shape;129;p13"/>
          <p:cNvSpPr txBox="1">
            <a:spLocks noGrp="1"/>
          </p:cNvSpPr>
          <p:nvPr>
            <p:ph type="title" idx="7" hasCustomPrompt="1"/>
          </p:nvPr>
        </p:nvSpPr>
        <p:spPr>
          <a:xfrm>
            <a:off x="6118550" y="3212841"/>
            <a:ext cx="734700" cy="44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30" name="Google Shape;130;p13"/>
          <p:cNvSpPr txBox="1">
            <a:spLocks noGrp="1"/>
          </p:cNvSpPr>
          <p:nvPr>
            <p:ph type="subTitle" idx="1"/>
          </p:nvPr>
        </p:nvSpPr>
        <p:spPr>
          <a:xfrm>
            <a:off x="720000" y="22271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1" name="Google Shape;131;p13"/>
          <p:cNvSpPr txBox="1">
            <a:spLocks noGrp="1"/>
          </p:cNvSpPr>
          <p:nvPr>
            <p:ph type="subTitle" idx="8"/>
          </p:nvPr>
        </p:nvSpPr>
        <p:spPr>
          <a:xfrm>
            <a:off x="3419275" y="22271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2" name="Google Shape;132;p13"/>
          <p:cNvSpPr txBox="1">
            <a:spLocks noGrp="1"/>
          </p:cNvSpPr>
          <p:nvPr>
            <p:ph type="subTitle" idx="9"/>
          </p:nvPr>
        </p:nvSpPr>
        <p:spPr>
          <a:xfrm>
            <a:off x="6118550" y="2227125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3" name="Google Shape;133;p13"/>
          <p:cNvSpPr txBox="1">
            <a:spLocks noGrp="1"/>
          </p:cNvSpPr>
          <p:nvPr>
            <p:ph type="subTitle" idx="13"/>
          </p:nvPr>
        </p:nvSpPr>
        <p:spPr>
          <a:xfrm>
            <a:off x="720000" y="3660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4" name="Google Shape;134;p13"/>
          <p:cNvSpPr txBox="1">
            <a:spLocks noGrp="1"/>
          </p:cNvSpPr>
          <p:nvPr>
            <p:ph type="subTitle" idx="14"/>
          </p:nvPr>
        </p:nvSpPr>
        <p:spPr>
          <a:xfrm>
            <a:off x="3419275" y="3660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5"/>
          </p:nvPr>
        </p:nvSpPr>
        <p:spPr>
          <a:xfrm>
            <a:off x="6118550" y="3660450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136" name="Google Shape;136;p13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7" name="Google Shape;137;p13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138" name="Google Shape;138;p13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9" name="Google Shape;139;p13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40" name="Google Shape;140;p13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141" name="Google Shape;141;p13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3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3" name="Google Shape;143;p13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6"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19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19"/>
          <p:cNvSpPr txBox="1">
            <a:spLocks noGrp="1"/>
          </p:cNvSpPr>
          <p:nvPr>
            <p:ph type="subTitle" idx="1"/>
          </p:nvPr>
        </p:nvSpPr>
        <p:spPr>
          <a:xfrm>
            <a:off x="824075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19"/>
          <p:cNvSpPr txBox="1">
            <a:spLocks noGrp="1"/>
          </p:cNvSpPr>
          <p:nvPr>
            <p:ph type="subTitle" idx="2"/>
          </p:nvPr>
        </p:nvSpPr>
        <p:spPr>
          <a:xfrm>
            <a:off x="3450365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19"/>
          <p:cNvSpPr txBox="1">
            <a:spLocks noGrp="1"/>
          </p:cNvSpPr>
          <p:nvPr>
            <p:ph type="subTitle" idx="3"/>
          </p:nvPr>
        </p:nvSpPr>
        <p:spPr>
          <a:xfrm>
            <a:off x="6076661" y="2421750"/>
            <a:ext cx="2243400" cy="176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19"/>
          <p:cNvSpPr txBox="1">
            <a:spLocks noGrp="1"/>
          </p:cNvSpPr>
          <p:nvPr>
            <p:ph type="subTitle" idx="4"/>
          </p:nvPr>
        </p:nvSpPr>
        <p:spPr>
          <a:xfrm>
            <a:off x="824075" y="1806675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2" name="Google Shape;222;p19"/>
          <p:cNvSpPr txBox="1">
            <a:spLocks noGrp="1"/>
          </p:cNvSpPr>
          <p:nvPr>
            <p:ph type="subTitle" idx="5"/>
          </p:nvPr>
        </p:nvSpPr>
        <p:spPr>
          <a:xfrm>
            <a:off x="3450368" y="1806676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3" name="Google Shape;223;p19"/>
          <p:cNvSpPr txBox="1">
            <a:spLocks noGrp="1"/>
          </p:cNvSpPr>
          <p:nvPr>
            <p:ph type="subTitle" idx="6"/>
          </p:nvPr>
        </p:nvSpPr>
        <p:spPr>
          <a:xfrm>
            <a:off x="6076661" y="1806675"/>
            <a:ext cx="2243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224" name="Google Shape;224;p19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5" name="Google Shape;225;p19"/>
          <p:cNvGrpSpPr/>
          <p:nvPr/>
        </p:nvGrpSpPr>
        <p:grpSpPr>
          <a:xfrm>
            <a:off x="4374800" y="123825"/>
            <a:ext cx="394125" cy="271800"/>
            <a:chOff x="215225" y="4734875"/>
            <a:chExt cx="394125" cy="271800"/>
          </a:xfrm>
        </p:grpSpPr>
        <p:sp>
          <p:nvSpPr>
            <p:cNvPr id="226" name="Google Shape;226;p19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7" name="Google Shape;227;p19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8" name="Google Shape;228;p19"/>
          <p:cNvGrpSpPr/>
          <p:nvPr/>
        </p:nvGrpSpPr>
        <p:grpSpPr>
          <a:xfrm>
            <a:off x="0" y="-11550"/>
            <a:ext cx="9151800" cy="5156975"/>
            <a:chOff x="0" y="-11550"/>
            <a:chExt cx="9151800" cy="5156975"/>
          </a:xfrm>
        </p:grpSpPr>
        <p:cxnSp>
          <p:nvCxnSpPr>
            <p:cNvPr id="229" name="Google Shape;229;p19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30" name="Google Shape;230;p19"/>
            <p:cNvGrpSpPr/>
            <p:nvPr/>
          </p:nvGrpSpPr>
          <p:grpSpPr>
            <a:xfrm>
              <a:off x="343300" y="-11550"/>
              <a:ext cx="0" cy="5156975"/>
              <a:chOff x="343300" y="-11550"/>
              <a:chExt cx="0" cy="5156975"/>
            </a:xfrm>
          </p:grpSpPr>
          <p:cxnSp>
            <p:nvCxnSpPr>
              <p:cNvPr id="231" name="Google Shape;231;p19"/>
              <p:cNvCxnSpPr/>
              <p:nvPr/>
            </p:nvCxnSpPr>
            <p:spPr>
              <a:xfrm rot="10800000">
                <a:off x="343300" y="533225"/>
                <a:ext cx="0" cy="46122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2" name="Google Shape;232;p19"/>
              <p:cNvCxnSpPr/>
              <p:nvPr/>
            </p:nvCxnSpPr>
            <p:spPr>
              <a:xfrm rot="10800000">
                <a:off x="343300" y="-11550"/>
                <a:ext cx="0" cy="5460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lt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0" name="Google Shape;310;p25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25"/>
          <p:cNvSpPr/>
          <p:nvPr/>
        </p:nvSpPr>
        <p:spPr>
          <a:xfrm>
            <a:off x="-125" y="-11925"/>
            <a:ext cx="9144000" cy="546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12" name="Google Shape;312;p25"/>
          <p:cNvGrpSpPr/>
          <p:nvPr/>
        </p:nvGrpSpPr>
        <p:grpSpPr>
          <a:xfrm>
            <a:off x="0" y="-14925"/>
            <a:ext cx="9151800" cy="5158500"/>
            <a:chOff x="0" y="-14925"/>
            <a:chExt cx="9151800" cy="5158500"/>
          </a:xfrm>
        </p:grpSpPr>
        <p:cxnSp>
          <p:nvCxnSpPr>
            <p:cNvPr id="313" name="Google Shape;313;p25"/>
            <p:cNvCxnSpPr/>
            <p:nvPr/>
          </p:nvCxnSpPr>
          <p:spPr>
            <a:xfrm>
              <a:off x="0" y="4897525"/>
              <a:ext cx="9151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4" name="Google Shape;314;p25"/>
            <p:cNvCxnSpPr/>
            <p:nvPr/>
          </p:nvCxnSpPr>
          <p:spPr>
            <a:xfrm rot="10800000">
              <a:off x="343050" y="533475"/>
              <a:ext cx="0" cy="4610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5" name="Google Shape;315;p25"/>
            <p:cNvCxnSpPr/>
            <p:nvPr/>
          </p:nvCxnSpPr>
          <p:spPr>
            <a:xfrm rot="10800000">
              <a:off x="343050" y="-14925"/>
              <a:ext cx="0" cy="54930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316" name="Google Shape;316;p25"/>
          <p:cNvGrpSpPr/>
          <p:nvPr/>
        </p:nvGrpSpPr>
        <p:grpSpPr>
          <a:xfrm>
            <a:off x="8603888" y="123825"/>
            <a:ext cx="394125" cy="271800"/>
            <a:chOff x="215225" y="4734875"/>
            <a:chExt cx="394125" cy="271800"/>
          </a:xfrm>
        </p:grpSpPr>
        <p:sp>
          <p:nvSpPr>
            <p:cNvPr id="317" name="Google Shape;317;p25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25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6"/>
          <p:cNvPicPr preferRelativeResize="0"/>
          <p:nvPr/>
        </p:nvPicPr>
        <p:blipFill>
          <a:blip r:embed="rId2">
            <a:alphaModFix amt="15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6"/>
          <p:cNvSpPr/>
          <p:nvPr/>
        </p:nvSpPr>
        <p:spPr>
          <a:xfrm>
            <a:off x="8428900" y="75"/>
            <a:ext cx="7152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22" name="Google Shape;322;p26"/>
          <p:cNvGrpSpPr/>
          <p:nvPr/>
        </p:nvGrpSpPr>
        <p:grpSpPr>
          <a:xfrm rot="5400000">
            <a:off x="8589425" y="4564550"/>
            <a:ext cx="394125" cy="271800"/>
            <a:chOff x="215225" y="4734875"/>
            <a:chExt cx="394125" cy="271800"/>
          </a:xfrm>
        </p:grpSpPr>
        <p:sp>
          <p:nvSpPr>
            <p:cNvPr id="323" name="Google Shape;323;p26"/>
            <p:cNvSpPr/>
            <p:nvPr/>
          </p:nvSpPr>
          <p:spPr>
            <a:xfrm>
              <a:off x="215225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" name="Google Shape;324;p26"/>
            <p:cNvSpPr/>
            <p:nvPr/>
          </p:nvSpPr>
          <p:spPr>
            <a:xfrm>
              <a:off x="337550" y="4734875"/>
              <a:ext cx="271800" cy="271800"/>
            </a:xfrm>
            <a:prstGeom prst="ellipse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5" name="Google Shape;325;p26"/>
          <p:cNvGrpSpPr/>
          <p:nvPr/>
        </p:nvGrpSpPr>
        <p:grpSpPr>
          <a:xfrm>
            <a:off x="0" y="-8275"/>
            <a:ext cx="9152325" cy="5153700"/>
            <a:chOff x="0" y="-8275"/>
            <a:chExt cx="9152325" cy="5153700"/>
          </a:xfrm>
        </p:grpSpPr>
        <p:cxnSp>
          <p:nvCxnSpPr>
            <p:cNvPr id="326" name="Google Shape;326;p26"/>
            <p:cNvCxnSpPr/>
            <p:nvPr/>
          </p:nvCxnSpPr>
          <p:spPr>
            <a:xfrm>
              <a:off x="0" y="251525"/>
              <a:ext cx="8445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7" name="Google Shape;327;p26"/>
            <p:cNvCxnSpPr/>
            <p:nvPr/>
          </p:nvCxnSpPr>
          <p:spPr>
            <a:xfrm>
              <a:off x="8428125" y="251525"/>
              <a:ext cx="724200" cy="0"/>
            </a:xfrm>
            <a:prstGeom prst="straightConnector1">
              <a:avLst/>
            </a:prstGeom>
            <a:noFill/>
            <a:ln w="9525" cap="flat" cmpd="sng">
              <a:solidFill>
                <a:schemeClr val="l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28" name="Google Shape;328;p26"/>
            <p:cNvCxnSpPr/>
            <p:nvPr/>
          </p:nvCxnSpPr>
          <p:spPr>
            <a:xfrm rot="10800000">
              <a:off x="343300" y="-8275"/>
              <a:ext cx="0" cy="5153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DM Serif Text"/>
              <a:buNone/>
              <a:defRPr sz="30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DM Serif Text"/>
              <a:buNone/>
              <a:defRPr sz="3500">
                <a:solidFill>
                  <a:schemeClr val="dk1"/>
                </a:solidFill>
                <a:latin typeface="DM Serif Text"/>
                <a:ea typeface="DM Serif Text"/>
                <a:cs typeface="DM Serif Text"/>
                <a:sym typeface="DM Serif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●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○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mo"/>
              <a:buChar char="■"/>
              <a:defRPr sz="12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5" r:id="rId10"/>
    <p:sldLayoutId id="2147483671" r:id="rId11"/>
    <p:sldLayoutId id="2147483672" r:id="rId12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7/pcm.2022.10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i.org/10.2174/1381612824666180607124038" TargetMode="External"/><Relationship Id="rId5" Type="http://schemas.openxmlformats.org/officeDocument/2006/relationships/hyperlink" Target="https://doi.org/10.48550/arXiv.1804.06440" TargetMode="External"/><Relationship Id="rId4" Type="http://schemas.openxmlformats.org/officeDocument/2006/relationships/hyperlink" Target="https://doi.org/10.1016/j.cmpb.2019.105242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9" name="Google Shape;339;p30"/>
          <p:cNvCxnSpPr/>
          <p:nvPr/>
        </p:nvCxnSpPr>
        <p:spPr>
          <a:xfrm>
            <a:off x="-286075" y="3152400"/>
            <a:ext cx="9896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40" name="Google Shape;340;p30"/>
          <p:cNvSpPr txBox="1">
            <a:spLocks noGrp="1"/>
          </p:cNvSpPr>
          <p:nvPr>
            <p:ph type="ctrTitle"/>
          </p:nvPr>
        </p:nvSpPr>
        <p:spPr>
          <a:xfrm>
            <a:off x="272488" y="809564"/>
            <a:ext cx="8599023" cy="157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 dirty="0"/>
              <a:t>Applications of Artificial Intelligence</a:t>
            </a:r>
            <a:br>
              <a:rPr lang="en-US" sz="3800" dirty="0"/>
            </a:br>
            <a:r>
              <a:rPr lang="en-US" sz="3800" dirty="0"/>
              <a:t>in Dementia Research</a:t>
            </a:r>
            <a:endParaRPr sz="3800" dirty="0"/>
          </a:p>
        </p:txBody>
      </p:sp>
      <p:sp>
        <p:nvSpPr>
          <p:cNvPr id="341" name="Google Shape;341;p30"/>
          <p:cNvSpPr txBox="1">
            <a:spLocks noGrp="1"/>
          </p:cNvSpPr>
          <p:nvPr>
            <p:ph type="subTitle" idx="1"/>
          </p:nvPr>
        </p:nvSpPr>
        <p:spPr>
          <a:xfrm>
            <a:off x="4572000" y="3721563"/>
            <a:ext cx="38568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>
                <a:latin typeface="DM Serif Text" pitchFamily="2" charset="0"/>
              </a:rPr>
              <a:t>Eunseo</a:t>
            </a:r>
            <a:r>
              <a:rPr lang="en-US" dirty="0">
                <a:latin typeface="DM Serif Text" pitchFamily="2" charset="0"/>
              </a:rPr>
              <a:t> Choi 02315996</a:t>
            </a:r>
            <a:endParaRPr dirty="0">
              <a:latin typeface="DM Serif Text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56" name="Google Shape;356;p32"/>
          <p:cNvSpPr txBox="1">
            <a:spLocks noGrp="1"/>
          </p:cNvSpPr>
          <p:nvPr>
            <p:ph type="title" idx="2"/>
          </p:nvPr>
        </p:nvSpPr>
        <p:spPr>
          <a:xfrm>
            <a:off x="720000" y="153800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57" name="Google Shape;357;p32"/>
          <p:cNvSpPr txBox="1">
            <a:spLocks noGrp="1"/>
          </p:cNvSpPr>
          <p:nvPr>
            <p:ph type="title" idx="3"/>
          </p:nvPr>
        </p:nvSpPr>
        <p:spPr>
          <a:xfrm>
            <a:off x="4204650" y="297134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8" name="Google Shape;358;p32"/>
          <p:cNvSpPr txBox="1">
            <a:spLocks noGrp="1"/>
          </p:cNvSpPr>
          <p:nvPr>
            <p:ph type="title" idx="4"/>
          </p:nvPr>
        </p:nvSpPr>
        <p:spPr>
          <a:xfrm>
            <a:off x="4204650" y="1538149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60" name="Google Shape;360;p32"/>
          <p:cNvSpPr txBox="1">
            <a:spLocks noGrp="1"/>
          </p:cNvSpPr>
          <p:nvPr>
            <p:ph type="title" idx="6"/>
          </p:nvPr>
        </p:nvSpPr>
        <p:spPr>
          <a:xfrm>
            <a:off x="720000" y="2971202"/>
            <a:ext cx="734700" cy="44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62" name="Google Shape;362;p32"/>
          <p:cNvSpPr txBox="1">
            <a:spLocks noGrp="1"/>
          </p:cNvSpPr>
          <p:nvPr>
            <p:ph type="subTitle" idx="1"/>
          </p:nvPr>
        </p:nvSpPr>
        <p:spPr>
          <a:xfrm>
            <a:off x="720000" y="1985604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Introduction</a:t>
            </a:r>
            <a:endParaRPr dirty="0"/>
          </a:p>
        </p:txBody>
      </p:sp>
      <p:sp>
        <p:nvSpPr>
          <p:cNvPr id="363" name="Google Shape;363;p32"/>
          <p:cNvSpPr txBox="1">
            <a:spLocks noGrp="1"/>
          </p:cNvSpPr>
          <p:nvPr>
            <p:ph type="subTitle" idx="8"/>
          </p:nvPr>
        </p:nvSpPr>
        <p:spPr>
          <a:xfrm>
            <a:off x="4204650" y="1985751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Neuroimaging</a:t>
            </a:r>
            <a:endParaRPr dirty="0"/>
          </a:p>
        </p:txBody>
      </p:sp>
      <p:sp>
        <p:nvSpPr>
          <p:cNvPr id="364" name="Google Shape;364;p32"/>
          <p:cNvSpPr txBox="1">
            <a:spLocks noGrp="1"/>
          </p:cNvSpPr>
          <p:nvPr>
            <p:ph type="subTitle" idx="9"/>
          </p:nvPr>
        </p:nvSpPr>
        <p:spPr>
          <a:xfrm>
            <a:off x="720000" y="3418804"/>
            <a:ext cx="2425086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Speech and Language</a:t>
            </a:r>
            <a:endParaRPr dirty="0"/>
          </a:p>
        </p:txBody>
      </p:sp>
      <p:sp>
        <p:nvSpPr>
          <p:cNvPr id="365" name="Google Shape;365;p32"/>
          <p:cNvSpPr txBox="1">
            <a:spLocks noGrp="1"/>
          </p:cNvSpPr>
          <p:nvPr>
            <p:ph type="subTitle" idx="13"/>
          </p:nvPr>
        </p:nvSpPr>
        <p:spPr>
          <a:xfrm>
            <a:off x="4204650" y="3418958"/>
            <a:ext cx="2305500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Drug Discovery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F0EDD20-DFA2-7176-5C76-AF37EC9BE949}"/>
              </a:ext>
            </a:extLst>
          </p:cNvPr>
          <p:cNvSpPr txBox="1"/>
          <p:nvPr/>
        </p:nvSpPr>
        <p:spPr>
          <a:xfrm>
            <a:off x="7605853" y="4544586"/>
            <a:ext cx="81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2/11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35"/>
          <p:cNvSpPr txBox="1">
            <a:spLocks noGrp="1"/>
          </p:cNvSpPr>
          <p:nvPr>
            <p:ph type="title"/>
          </p:nvPr>
        </p:nvSpPr>
        <p:spPr>
          <a:xfrm>
            <a:off x="968721" y="398306"/>
            <a:ext cx="8016202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Introduction: </a:t>
            </a:r>
            <a:r>
              <a:rPr lang="en-US" sz="2800" dirty="0"/>
              <a:t>Why </a:t>
            </a:r>
            <a:r>
              <a:rPr lang="en" sz="2800" dirty="0"/>
              <a:t>Artificial Intelligence?</a:t>
            </a:r>
            <a:endParaRPr sz="2800" dirty="0"/>
          </a:p>
        </p:txBody>
      </p:sp>
      <p:sp>
        <p:nvSpPr>
          <p:cNvPr id="16" name="Google Shape;413;p37">
            <a:extLst>
              <a:ext uri="{FF2B5EF4-FFF2-40B4-BE49-F238E27FC236}">
                <a16:creationId xmlns:a16="http://schemas.microsoft.com/office/drawing/2014/main" id="{5DA178AA-F450-D197-BFB5-8758BDC1FFA3}"/>
              </a:ext>
            </a:extLst>
          </p:cNvPr>
          <p:cNvSpPr txBox="1">
            <a:spLocks/>
          </p:cNvSpPr>
          <p:nvPr/>
        </p:nvSpPr>
        <p:spPr>
          <a:xfrm>
            <a:off x="5418368" y="1261345"/>
            <a:ext cx="343713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>
                <a:latin typeface="Miriam Fixed" panose="020F0502020204030204" pitchFamily="34" charset="0"/>
                <a:cs typeface="Miriam Fixed" panose="020F0502020204030204" pitchFamily="34" charset="0"/>
              </a:rPr>
              <a:t>Artificial Intelligence</a:t>
            </a:r>
          </a:p>
        </p:txBody>
      </p:sp>
      <p:sp>
        <p:nvSpPr>
          <p:cNvPr id="17" name="Google Shape;413;p37">
            <a:extLst>
              <a:ext uri="{FF2B5EF4-FFF2-40B4-BE49-F238E27FC236}">
                <a16:creationId xmlns:a16="http://schemas.microsoft.com/office/drawing/2014/main" id="{8D3F85AE-4CFF-4EF2-8EAB-21DE7E1621E7}"/>
              </a:ext>
            </a:extLst>
          </p:cNvPr>
          <p:cNvSpPr txBox="1">
            <a:spLocks/>
          </p:cNvSpPr>
          <p:nvPr/>
        </p:nvSpPr>
        <p:spPr>
          <a:xfrm>
            <a:off x="5418368" y="2411984"/>
            <a:ext cx="343713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>
                <a:latin typeface="Miriam Fixed" panose="020F0502020204030204" pitchFamily="34" charset="0"/>
                <a:cs typeface="Miriam Fixed" panose="020F0502020204030204" pitchFamily="34" charset="0"/>
              </a:rPr>
              <a:t>Machine learning</a:t>
            </a:r>
          </a:p>
        </p:txBody>
      </p:sp>
      <p:sp>
        <p:nvSpPr>
          <p:cNvPr id="18" name="Google Shape;413;p37">
            <a:extLst>
              <a:ext uri="{FF2B5EF4-FFF2-40B4-BE49-F238E27FC236}">
                <a16:creationId xmlns:a16="http://schemas.microsoft.com/office/drawing/2014/main" id="{1BEC47A7-DE41-ADB3-FAC6-355520EE2672}"/>
              </a:ext>
            </a:extLst>
          </p:cNvPr>
          <p:cNvSpPr txBox="1">
            <a:spLocks/>
          </p:cNvSpPr>
          <p:nvPr/>
        </p:nvSpPr>
        <p:spPr>
          <a:xfrm>
            <a:off x="5418368" y="3564930"/>
            <a:ext cx="3437132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600" dirty="0">
                <a:latin typeface="Miriam Fixed" panose="020F0502020204030204" pitchFamily="34" charset="0"/>
                <a:cs typeface="Miriam Fixed" panose="020F0502020204030204" pitchFamily="34" charset="0"/>
              </a:rPr>
              <a:t>Deep Learning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85FE52-7F29-7F1A-6DEB-74599316E4F3}"/>
              </a:ext>
            </a:extLst>
          </p:cNvPr>
          <p:cNvSpPr txBox="1"/>
          <p:nvPr/>
        </p:nvSpPr>
        <p:spPr>
          <a:xfrm>
            <a:off x="4846452" y="2034674"/>
            <a:ext cx="4580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↓</a:t>
            </a:r>
            <a:endParaRPr lang="ko-KR" altLang="en-US" sz="18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F48936E-A2CB-3D65-241B-DB7ADB57DDE6}"/>
              </a:ext>
            </a:extLst>
          </p:cNvPr>
          <p:cNvSpPr txBox="1"/>
          <p:nvPr/>
        </p:nvSpPr>
        <p:spPr>
          <a:xfrm>
            <a:off x="4846452" y="3195598"/>
            <a:ext cx="4580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↓</a:t>
            </a:r>
            <a:endParaRPr lang="ko-KR" altLang="en-US" sz="18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F7742E-64A1-F645-68B6-41CC146582D1}"/>
              </a:ext>
            </a:extLst>
          </p:cNvPr>
          <p:cNvSpPr txBox="1"/>
          <p:nvPr/>
        </p:nvSpPr>
        <p:spPr>
          <a:xfrm>
            <a:off x="968721" y="2078637"/>
            <a:ext cx="448872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slows down memory, thinking, language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E0E34E-DF60-0468-935E-5DA73B63F19E}"/>
              </a:ext>
            </a:extLst>
          </p:cNvPr>
          <p:cNvSpPr txBox="1"/>
          <p:nvPr/>
        </p:nvSpPr>
        <p:spPr>
          <a:xfrm>
            <a:off x="968721" y="2848226"/>
            <a:ext cx="47659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Difficult to detect early  </a:t>
            </a:r>
          </a:p>
          <a:p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    changes in brain/speech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Brain images, language tests, medical data </a:t>
            </a:r>
          </a:p>
          <a:p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    not always easy to find hidden patterns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DB4753-6119-12BB-10BE-EB99E8D3B218}"/>
              </a:ext>
            </a:extLst>
          </p:cNvPr>
          <p:cNvSpPr txBox="1"/>
          <p:nvPr/>
        </p:nvSpPr>
        <p:spPr>
          <a:xfrm>
            <a:off x="968721" y="1480102"/>
            <a:ext cx="24593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Dementia</a:t>
            </a:r>
          </a:p>
          <a:p>
            <a:r>
              <a:rPr kumimoji="1"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Alzheimer Disease</a:t>
            </a:r>
            <a:endParaRPr kumimoji="1"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6EF532-C65E-0493-0573-12D39ECEE40C}"/>
              </a:ext>
            </a:extLst>
          </p:cNvPr>
          <p:cNvSpPr txBox="1"/>
          <p:nvPr/>
        </p:nvSpPr>
        <p:spPr>
          <a:xfrm>
            <a:off x="8037353" y="4506962"/>
            <a:ext cx="81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3/11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63016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320439" y="524431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Neuroimaging: CNN</a:t>
            </a:r>
            <a:endParaRPr sz="2800" dirty="0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94859CD7-1D16-322A-5AC2-88F06257F2CE}"/>
              </a:ext>
            </a:extLst>
          </p:cNvPr>
          <p:cNvGrpSpPr/>
          <p:nvPr/>
        </p:nvGrpSpPr>
        <p:grpSpPr>
          <a:xfrm>
            <a:off x="399825" y="1364066"/>
            <a:ext cx="2853691" cy="2189531"/>
            <a:chOff x="512433" y="1210234"/>
            <a:chExt cx="2985148" cy="2126726"/>
          </a:xfrm>
        </p:grpSpPr>
        <p:pic>
          <p:nvPicPr>
            <p:cNvPr id="2" name="그림 1">
              <a:extLst>
                <a:ext uri="{FF2B5EF4-FFF2-40B4-BE49-F238E27FC236}">
                  <a16:creationId xmlns:a16="http://schemas.microsoft.com/office/drawing/2014/main" id="{C4BBAFEA-2E3C-C7E7-044F-D085B2B4A2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12433" y="1210235"/>
              <a:ext cx="1492574" cy="2126725"/>
            </a:xfrm>
            <a:prstGeom prst="rect">
              <a:avLst/>
            </a:prstGeom>
          </p:spPr>
        </p:pic>
        <p:pic>
          <p:nvPicPr>
            <p:cNvPr id="3" name="그림 2">
              <a:extLst>
                <a:ext uri="{FF2B5EF4-FFF2-40B4-BE49-F238E27FC236}">
                  <a16:creationId xmlns:a16="http://schemas.microsoft.com/office/drawing/2014/main" id="{C38D836E-D3C2-9E8F-B912-C42EB279BA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r="2880"/>
            <a:stretch>
              <a:fillRect/>
            </a:stretch>
          </p:blipFill>
          <p:spPr>
            <a:xfrm>
              <a:off x="2005007" y="1210234"/>
              <a:ext cx="1492574" cy="2126726"/>
            </a:xfrm>
            <a:prstGeom prst="rect">
              <a:avLst/>
            </a:prstGeom>
          </p:spPr>
        </p:pic>
      </p:grpSp>
      <p:pic>
        <p:nvPicPr>
          <p:cNvPr id="4" name="그림 3">
            <a:extLst>
              <a:ext uri="{FF2B5EF4-FFF2-40B4-BE49-F238E27FC236}">
                <a16:creationId xmlns:a16="http://schemas.microsoft.com/office/drawing/2014/main" id="{19671E19-BE1C-7F60-234E-21E97EFA2B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71665" y="1354425"/>
            <a:ext cx="2110449" cy="218953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6E14DA4-B3A2-AF0F-F47C-8B45062AE988}"/>
              </a:ext>
            </a:extLst>
          </p:cNvPr>
          <p:cNvSpPr txBox="1"/>
          <p:nvPr/>
        </p:nvSpPr>
        <p:spPr>
          <a:xfrm>
            <a:off x="5586251" y="589300"/>
            <a:ext cx="323731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find Alzheimer’s Disease from brain images </a:t>
            </a:r>
            <a:endParaRPr kumimoji="1"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A4AAB8F-B87D-DC99-AA3F-09F487EB1E42}"/>
              </a:ext>
            </a:extLst>
          </p:cNvPr>
          <p:cNvSpPr txBox="1"/>
          <p:nvPr/>
        </p:nvSpPr>
        <p:spPr>
          <a:xfrm>
            <a:off x="349053" y="3563044"/>
            <a:ext cx="55840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Theses images show the structure activity of the brain</a:t>
            </a:r>
            <a:endParaRPr kumimoji="1" lang="ko-KR" alt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9742A87-2671-78EC-7EEB-B20B360A73C2}"/>
              </a:ext>
            </a:extLst>
          </p:cNvPr>
          <p:cNvSpPr txBox="1"/>
          <p:nvPr/>
        </p:nvSpPr>
        <p:spPr>
          <a:xfrm>
            <a:off x="1455105" y="1027366"/>
            <a:ext cx="743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PET</a:t>
            </a:r>
            <a:endParaRPr kumimoji="1"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84FB76-B511-DEFE-B8EA-6D95EBC05713}"/>
              </a:ext>
            </a:extLst>
          </p:cNvPr>
          <p:cNvSpPr txBox="1"/>
          <p:nvPr/>
        </p:nvSpPr>
        <p:spPr>
          <a:xfrm>
            <a:off x="3955323" y="1046648"/>
            <a:ext cx="74313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MRI</a:t>
            </a:r>
            <a:endParaRPr kumimoji="1" lang="ko-KR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EC748F0-0D27-31D1-F032-6B6681986A3E}"/>
              </a:ext>
            </a:extLst>
          </p:cNvPr>
          <p:cNvSpPr txBox="1"/>
          <p:nvPr/>
        </p:nvSpPr>
        <p:spPr>
          <a:xfrm>
            <a:off x="5586251" y="2022737"/>
            <a:ext cx="323731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 parts slowly change:</a:t>
            </a:r>
          </a:p>
          <a:p>
            <a:pPr marL="342900" indent="-342900">
              <a:buFontTx/>
              <a:buChar char="-"/>
            </a:pPr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brain areas can shrink</a:t>
            </a:r>
          </a:p>
          <a:p>
            <a:pPr marL="342900" indent="-342900">
              <a:buFontTx/>
              <a:buChar char="-"/>
            </a:pPr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grey matter may change</a:t>
            </a:r>
          </a:p>
          <a:p>
            <a:pPr marL="342900" indent="-342900">
              <a:buFontTx/>
              <a:buChar char="-"/>
            </a:pPr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hippocampus may become smaller</a:t>
            </a:r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  <a:sym typeface="Wingdings" pitchFamily="2" charset="2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88DC4AE-E0A6-2893-EB9A-D17050A5DE45}"/>
              </a:ext>
            </a:extLst>
          </p:cNvPr>
          <p:cNvSpPr txBox="1"/>
          <p:nvPr/>
        </p:nvSpPr>
        <p:spPr>
          <a:xfrm>
            <a:off x="399824" y="4231550"/>
            <a:ext cx="874417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- CNN helps by </a:t>
            </a:r>
            <a:r>
              <a:rPr kumimoji="1" lang="en-US" altLang="ko-KR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learning small patterns </a:t>
            </a:r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from many brain images in AD patients and normal patients  automatically decides group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97C7BF-22F6-E67B-43EC-35AE89364BAB}"/>
              </a:ext>
            </a:extLst>
          </p:cNvPr>
          <p:cNvSpPr txBox="1"/>
          <p:nvPr/>
        </p:nvSpPr>
        <p:spPr>
          <a:xfrm>
            <a:off x="8037353" y="4506962"/>
            <a:ext cx="81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4/11</a:t>
            </a:r>
            <a:endParaRPr kumimoji="1" lang="ko-KR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339828" y="457277"/>
            <a:ext cx="7704000" cy="595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Speech and Language: NLP + CNN/LSTM-RNN</a:t>
            </a:r>
            <a:endParaRPr sz="2800" dirty="0"/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0DEF8D3-654B-580F-4E70-C2DC5EBD6847}"/>
              </a:ext>
            </a:extLst>
          </p:cNvPr>
          <p:cNvGrpSpPr/>
          <p:nvPr/>
        </p:nvGrpSpPr>
        <p:grpSpPr>
          <a:xfrm>
            <a:off x="825965" y="1314860"/>
            <a:ext cx="1145213" cy="1217401"/>
            <a:chOff x="1855092" y="1826568"/>
            <a:chExt cx="945994" cy="960523"/>
          </a:xfrm>
        </p:grpSpPr>
        <p:sp>
          <p:nvSpPr>
            <p:cNvPr id="3" name="모서리가 둥근 직사각형 2">
              <a:extLst>
                <a:ext uri="{FF2B5EF4-FFF2-40B4-BE49-F238E27FC236}">
                  <a16:creationId xmlns:a16="http://schemas.microsoft.com/office/drawing/2014/main" id="{F0894EDC-7719-0BFE-4E19-7B8C05F0DB87}"/>
                </a:ext>
              </a:extLst>
            </p:cNvPr>
            <p:cNvSpPr/>
            <p:nvPr/>
          </p:nvSpPr>
          <p:spPr>
            <a:xfrm>
              <a:off x="1855092" y="1826568"/>
              <a:ext cx="945994" cy="9605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  <p:grpSp>
          <p:nvGrpSpPr>
            <p:cNvPr id="6" name="Google Shape;9587;p64">
              <a:extLst>
                <a:ext uri="{FF2B5EF4-FFF2-40B4-BE49-F238E27FC236}">
                  <a16:creationId xmlns:a16="http://schemas.microsoft.com/office/drawing/2014/main" id="{7C01ED29-313F-D43E-FA49-5708AC2CBBB7}"/>
                </a:ext>
              </a:extLst>
            </p:cNvPr>
            <p:cNvGrpSpPr/>
            <p:nvPr/>
          </p:nvGrpSpPr>
          <p:grpSpPr>
            <a:xfrm>
              <a:off x="1980852" y="1933283"/>
              <a:ext cx="808753" cy="697612"/>
              <a:chOff x="1748582" y="3372635"/>
              <a:chExt cx="359269" cy="335780"/>
            </a:xfrm>
          </p:grpSpPr>
          <p:sp>
            <p:nvSpPr>
              <p:cNvPr id="7" name="Google Shape;9588;p64">
                <a:extLst>
                  <a:ext uri="{FF2B5EF4-FFF2-40B4-BE49-F238E27FC236}">
                    <a16:creationId xmlns:a16="http://schemas.microsoft.com/office/drawing/2014/main" id="{C45CC1C0-7DE3-BB7C-B4B3-30E1C81DA54C}"/>
                  </a:ext>
                </a:extLst>
              </p:cNvPr>
              <p:cNvSpPr/>
              <p:nvPr/>
            </p:nvSpPr>
            <p:spPr>
              <a:xfrm>
                <a:off x="2080161" y="3535210"/>
                <a:ext cx="27690" cy="10630"/>
              </a:xfrm>
              <a:custGeom>
                <a:avLst/>
                <a:gdLst/>
                <a:ahLst/>
                <a:cxnLst/>
                <a:rect l="l" t="t" r="r" b="b"/>
                <a:pathLst>
                  <a:path w="870" h="334" extrusionOk="0">
                    <a:moveTo>
                      <a:pt x="167" y="0"/>
                    </a:moveTo>
                    <a:cubicBezTo>
                      <a:pt x="72" y="0"/>
                      <a:pt x="1" y="83"/>
                      <a:pt x="1" y="167"/>
                    </a:cubicBezTo>
                    <a:cubicBezTo>
                      <a:pt x="1" y="262"/>
                      <a:pt x="72" y="333"/>
                      <a:pt x="167" y="333"/>
                    </a:cubicBezTo>
                    <a:lnTo>
                      <a:pt x="703" y="333"/>
                    </a:lnTo>
                    <a:cubicBezTo>
                      <a:pt x="786" y="333"/>
                      <a:pt x="870" y="262"/>
                      <a:pt x="870" y="167"/>
                    </a:cubicBezTo>
                    <a:cubicBezTo>
                      <a:pt x="870" y="83"/>
                      <a:pt x="786" y="0"/>
                      <a:pt x="70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8" name="Google Shape;9589;p64">
                <a:extLst>
                  <a:ext uri="{FF2B5EF4-FFF2-40B4-BE49-F238E27FC236}">
                    <a16:creationId xmlns:a16="http://schemas.microsoft.com/office/drawing/2014/main" id="{57BC4F7D-F550-4FFA-480E-2D73A3A83AA3}"/>
                  </a:ext>
                </a:extLst>
              </p:cNvPr>
              <p:cNvGrpSpPr/>
              <p:nvPr/>
            </p:nvGrpSpPr>
            <p:grpSpPr>
              <a:xfrm>
                <a:off x="1748582" y="3372635"/>
                <a:ext cx="333520" cy="335780"/>
                <a:chOff x="1748582" y="3372635"/>
                <a:chExt cx="333520" cy="335780"/>
              </a:xfrm>
            </p:grpSpPr>
            <p:sp>
              <p:nvSpPr>
                <p:cNvPr id="9" name="Google Shape;9590;p64">
                  <a:extLst>
                    <a:ext uri="{FF2B5EF4-FFF2-40B4-BE49-F238E27FC236}">
                      <a16:creationId xmlns:a16="http://schemas.microsoft.com/office/drawing/2014/main" id="{7553A6F2-1359-1E54-9E8C-0C741BD8A0FE}"/>
                    </a:ext>
                  </a:extLst>
                </p:cNvPr>
                <p:cNvSpPr/>
                <p:nvPr/>
              </p:nvSpPr>
              <p:spPr>
                <a:xfrm>
                  <a:off x="1748582" y="3372635"/>
                  <a:ext cx="308504" cy="335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93" h="10550" extrusionOk="0">
                      <a:moveTo>
                        <a:pt x="8454" y="4215"/>
                      </a:moveTo>
                      <a:cubicBezTo>
                        <a:pt x="8978" y="4298"/>
                        <a:pt x="9359" y="4739"/>
                        <a:pt x="9359" y="5275"/>
                      </a:cubicBezTo>
                      <a:cubicBezTo>
                        <a:pt x="9359" y="5811"/>
                        <a:pt x="8978" y="6263"/>
                        <a:pt x="8454" y="6334"/>
                      </a:cubicBezTo>
                      <a:lnTo>
                        <a:pt x="8454" y="4215"/>
                      </a:lnTo>
                      <a:close/>
                      <a:moveTo>
                        <a:pt x="1251" y="4036"/>
                      </a:moveTo>
                      <a:lnTo>
                        <a:pt x="1251" y="6525"/>
                      </a:lnTo>
                      <a:lnTo>
                        <a:pt x="894" y="6525"/>
                      </a:lnTo>
                      <a:cubicBezTo>
                        <a:pt x="596" y="6525"/>
                        <a:pt x="358" y="6287"/>
                        <a:pt x="358" y="5989"/>
                      </a:cubicBezTo>
                      <a:lnTo>
                        <a:pt x="358" y="4572"/>
                      </a:lnTo>
                      <a:cubicBezTo>
                        <a:pt x="358" y="4275"/>
                        <a:pt x="596" y="4036"/>
                        <a:pt x="894" y="4036"/>
                      </a:cubicBezTo>
                      <a:close/>
                      <a:moveTo>
                        <a:pt x="2668" y="4025"/>
                      </a:moveTo>
                      <a:lnTo>
                        <a:pt x="2668" y="6525"/>
                      </a:lnTo>
                      <a:lnTo>
                        <a:pt x="1584" y="6525"/>
                      </a:lnTo>
                      <a:lnTo>
                        <a:pt x="1584" y="4025"/>
                      </a:lnTo>
                      <a:close/>
                      <a:moveTo>
                        <a:pt x="2846" y="7727"/>
                      </a:moveTo>
                      <a:lnTo>
                        <a:pt x="2846" y="8466"/>
                      </a:lnTo>
                      <a:lnTo>
                        <a:pt x="2537" y="8466"/>
                      </a:lnTo>
                      <a:lnTo>
                        <a:pt x="2727" y="7727"/>
                      </a:lnTo>
                      <a:close/>
                      <a:moveTo>
                        <a:pt x="2608" y="6834"/>
                      </a:moveTo>
                      <a:lnTo>
                        <a:pt x="2001" y="9156"/>
                      </a:lnTo>
                      <a:lnTo>
                        <a:pt x="1584" y="9156"/>
                      </a:lnTo>
                      <a:lnTo>
                        <a:pt x="1584" y="6834"/>
                      </a:lnTo>
                      <a:close/>
                      <a:moveTo>
                        <a:pt x="8133" y="357"/>
                      </a:moveTo>
                      <a:lnTo>
                        <a:pt x="8133" y="10228"/>
                      </a:lnTo>
                      <a:lnTo>
                        <a:pt x="7394" y="10228"/>
                      </a:lnTo>
                      <a:lnTo>
                        <a:pt x="7394" y="3251"/>
                      </a:lnTo>
                      <a:cubicBezTo>
                        <a:pt x="7394" y="3167"/>
                        <a:pt x="7323" y="3084"/>
                        <a:pt x="7240" y="3084"/>
                      </a:cubicBezTo>
                      <a:cubicBezTo>
                        <a:pt x="7144" y="3084"/>
                        <a:pt x="7073" y="3167"/>
                        <a:pt x="7073" y="3251"/>
                      </a:cubicBezTo>
                      <a:lnTo>
                        <a:pt x="7073" y="9144"/>
                      </a:lnTo>
                      <a:cubicBezTo>
                        <a:pt x="6859" y="8859"/>
                        <a:pt x="6549" y="8466"/>
                        <a:pt x="6132" y="8073"/>
                      </a:cubicBezTo>
                      <a:cubicBezTo>
                        <a:pt x="5668" y="7632"/>
                        <a:pt x="5192" y="7275"/>
                        <a:pt x="4704" y="7013"/>
                      </a:cubicBezTo>
                      <a:cubicBezTo>
                        <a:pt x="4132" y="6715"/>
                        <a:pt x="3561" y="6561"/>
                        <a:pt x="2989" y="6537"/>
                      </a:cubicBezTo>
                      <a:lnTo>
                        <a:pt x="2989" y="4036"/>
                      </a:lnTo>
                      <a:cubicBezTo>
                        <a:pt x="3572" y="4013"/>
                        <a:pt x="4132" y="3846"/>
                        <a:pt x="4704" y="3560"/>
                      </a:cubicBezTo>
                      <a:cubicBezTo>
                        <a:pt x="5192" y="3310"/>
                        <a:pt x="5668" y="2953"/>
                        <a:pt x="6132" y="2501"/>
                      </a:cubicBezTo>
                      <a:cubicBezTo>
                        <a:pt x="6537" y="2108"/>
                        <a:pt x="6847" y="1715"/>
                        <a:pt x="7073" y="1429"/>
                      </a:cubicBezTo>
                      <a:lnTo>
                        <a:pt x="7073" y="2489"/>
                      </a:lnTo>
                      <a:cubicBezTo>
                        <a:pt x="7073" y="2584"/>
                        <a:pt x="7144" y="2655"/>
                        <a:pt x="7240" y="2655"/>
                      </a:cubicBezTo>
                      <a:cubicBezTo>
                        <a:pt x="7323" y="2655"/>
                        <a:pt x="7394" y="2584"/>
                        <a:pt x="7394" y="2489"/>
                      </a:cubicBezTo>
                      <a:lnTo>
                        <a:pt x="7394" y="357"/>
                      </a:lnTo>
                      <a:close/>
                      <a:moveTo>
                        <a:pt x="7228" y="0"/>
                      </a:moveTo>
                      <a:cubicBezTo>
                        <a:pt x="7144" y="0"/>
                        <a:pt x="7073" y="84"/>
                        <a:pt x="7073" y="167"/>
                      </a:cubicBezTo>
                      <a:lnTo>
                        <a:pt x="7073" y="822"/>
                      </a:lnTo>
                      <a:cubicBezTo>
                        <a:pt x="6966" y="988"/>
                        <a:pt x="6549" y="1631"/>
                        <a:pt x="5906" y="2251"/>
                      </a:cubicBezTo>
                      <a:cubicBezTo>
                        <a:pt x="5227" y="2905"/>
                        <a:pt x="4132" y="3703"/>
                        <a:pt x="2822" y="3703"/>
                      </a:cubicBezTo>
                      <a:lnTo>
                        <a:pt x="882" y="3703"/>
                      </a:lnTo>
                      <a:cubicBezTo>
                        <a:pt x="405" y="3703"/>
                        <a:pt x="1" y="4084"/>
                        <a:pt x="1" y="4572"/>
                      </a:cubicBezTo>
                      <a:lnTo>
                        <a:pt x="1" y="5989"/>
                      </a:lnTo>
                      <a:cubicBezTo>
                        <a:pt x="1" y="6465"/>
                        <a:pt x="382" y="6870"/>
                        <a:pt x="882" y="6870"/>
                      </a:cubicBezTo>
                      <a:lnTo>
                        <a:pt x="1239" y="6870"/>
                      </a:lnTo>
                      <a:lnTo>
                        <a:pt x="1239" y="9359"/>
                      </a:lnTo>
                      <a:cubicBezTo>
                        <a:pt x="1239" y="9442"/>
                        <a:pt x="1310" y="9513"/>
                        <a:pt x="1394" y="9513"/>
                      </a:cubicBezTo>
                      <a:lnTo>
                        <a:pt x="2096" y="9513"/>
                      </a:lnTo>
                      <a:cubicBezTo>
                        <a:pt x="2168" y="9513"/>
                        <a:pt x="2227" y="9478"/>
                        <a:pt x="2263" y="9394"/>
                      </a:cubicBezTo>
                      <a:lnTo>
                        <a:pt x="2406" y="8823"/>
                      </a:lnTo>
                      <a:lnTo>
                        <a:pt x="2977" y="8823"/>
                      </a:lnTo>
                      <a:cubicBezTo>
                        <a:pt x="3061" y="8823"/>
                        <a:pt x="3144" y="8739"/>
                        <a:pt x="3144" y="8656"/>
                      </a:cubicBezTo>
                      <a:lnTo>
                        <a:pt x="3144" y="7573"/>
                      </a:lnTo>
                      <a:cubicBezTo>
                        <a:pt x="3144" y="7477"/>
                        <a:pt x="3061" y="7406"/>
                        <a:pt x="2977" y="7406"/>
                      </a:cubicBezTo>
                      <a:lnTo>
                        <a:pt x="2787" y="7406"/>
                      </a:lnTo>
                      <a:lnTo>
                        <a:pt x="2930" y="6858"/>
                      </a:lnTo>
                      <a:cubicBezTo>
                        <a:pt x="4180" y="6894"/>
                        <a:pt x="5227" y="7656"/>
                        <a:pt x="5882" y="8299"/>
                      </a:cubicBezTo>
                      <a:cubicBezTo>
                        <a:pt x="6537" y="8942"/>
                        <a:pt x="6954" y="9573"/>
                        <a:pt x="7037" y="9728"/>
                      </a:cubicBezTo>
                      <a:lnTo>
                        <a:pt x="7037" y="10383"/>
                      </a:lnTo>
                      <a:cubicBezTo>
                        <a:pt x="7037" y="10466"/>
                        <a:pt x="7109" y="10549"/>
                        <a:pt x="7204" y="10549"/>
                      </a:cubicBezTo>
                      <a:lnTo>
                        <a:pt x="8264" y="10549"/>
                      </a:lnTo>
                      <a:cubicBezTo>
                        <a:pt x="8347" y="10549"/>
                        <a:pt x="8430" y="10466"/>
                        <a:pt x="8430" y="10383"/>
                      </a:cubicBezTo>
                      <a:lnTo>
                        <a:pt x="8430" y="6656"/>
                      </a:lnTo>
                      <a:cubicBezTo>
                        <a:pt x="9121" y="6573"/>
                        <a:pt x="9657" y="5989"/>
                        <a:pt x="9657" y="5275"/>
                      </a:cubicBezTo>
                      <a:cubicBezTo>
                        <a:pt x="9692" y="4560"/>
                        <a:pt x="9168" y="3965"/>
                        <a:pt x="8454" y="3894"/>
                      </a:cubicBezTo>
                      <a:lnTo>
                        <a:pt x="8454" y="167"/>
                      </a:lnTo>
                      <a:cubicBezTo>
                        <a:pt x="8454" y="84"/>
                        <a:pt x="8383" y="0"/>
                        <a:pt x="8287" y="0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0" name="Google Shape;9591;p64">
                  <a:extLst>
                    <a:ext uri="{FF2B5EF4-FFF2-40B4-BE49-F238E27FC236}">
                      <a16:creationId xmlns:a16="http://schemas.microsoft.com/office/drawing/2014/main" id="{3AAEAC1A-1E16-46E6-6DE9-EEF7638784FB}"/>
                    </a:ext>
                  </a:extLst>
                </p:cNvPr>
                <p:cNvSpPr/>
                <p:nvPr/>
              </p:nvSpPr>
              <p:spPr>
                <a:xfrm>
                  <a:off x="2057054" y="3472000"/>
                  <a:ext cx="25048" cy="2231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7" h="701" extrusionOk="0">
                      <a:moveTo>
                        <a:pt x="600" y="1"/>
                      </a:moveTo>
                      <a:cubicBezTo>
                        <a:pt x="557" y="1"/>
                        <a:pt x="512" y="16"/>
                        <a:pt x="477" y="45"/>
                      </a:cubicBezTo>
                      <a:lnTo>
                        <a:pt x="107" y="414"/>
                      </a:lnTo>
                      <a:cubicBezTo>
                        <a:pt x="0" y="522"/>
                        <a:pt x="72" y="700"/>
                        <a:pt x="227" y="700"/>
                      </a:cubicBezTo>
                      <a:cubicBezTo>
                        <a:pt x="262" y="700"/>
                        <a:pt x="310" y="676"/>
                        <a:pt x="346" y="653"/>
                      </a:cubicBezTo>
                      <a:lnTo>
                        <a:pt x="715" y="283"/>
                      </a:lnTo>
                      <a:cubicBezTo>
                        <a:pt x="786" y="200"/>
                        <a:pt x="786" y="105"/>
                        <a:pt x="715" y="45"/>
                      </a:cubicBezTo>
                      <a:cubicBezTo>
                        <a:pt x="685" y="16"/>
                        <a:pt x="643" y="1"/>
                        <a:pt x="600" y="1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11" name="Google Shape;9592;p64">
                  <a:extLst>
                    <a:ext uri="{FF2B5EF4-FFF2-40B4-BE49-F238E27FC236}">
                      <a16:creationId xmlns:a16="http://schemas.microsoft.com/office/drawing/2014/main" id="{7B7B8775-7709-7A03-DACB-C70E9E2F45F9}"/>
                    </a:ext>
                  </a:extLst>
                </p:cNvPr>
                <p:cNvSpPr/>
                <p:nvPr/>
              </p:nvSpPr>
              <p:spPr>
                <a:xfrm>
                  <a:off x="2058550" y="3586834"/>
                  <a:ext cx="23552" cy="226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40" h="711" extrusionOk="0">
                      <a:moveTo>
                        <a:pt x="184" y="0"/>
                      </a:moveTo>
                      <a:cubicBezTo>
                        <a:pt x="141" y="0"/>
                        <a:pt x="96" y="15"/>
                        <a:pt x="60" y="45"/>
                      </a:cubicBezTo>
                      <a:cubicBezTo>
                        <a:pt x="1" y="104"/>
                        <a:pt x="1" y="212"/>
                        <a:pt x="60" y="283"/>
                      </a:cubicBezTo>
                      <a:lnTo>
                        <a:pt x="430" y="664"/>
                      </a:lnTo>
                      <a:cubicBezTo>
                        <a:pt x="461" y="696"/>
                        <a:pt x="500" y="711"/>
                        <a:pt x="538" y="711"/>
                      </a:cubicBezTo>
                      <a:cubicBezTo>
                        <a:pt x="586" y="711"/>
                        <a:pt x="634" y="687"/>
                        <a:pt x="668" y="640"/>
                      </a:cubicBezTo>
                      <a:cubicBezTo>
                        <a:pt x="739" y="581"/>
                        <a:pt x="727" y="485"/>
                        <a:pt x="668" y="426"/>
                      </a:cubicBezTo>
                      <a:lnTo>
                        <a:pt x="299" y="45"/>
                      </a:lnTo>
                      <a:cubicBezTo>
                        <a:pt x="269" y="15"/>
                        <a:pt x="227" y="0"/>
                        <a:pt x="184" y="0"/>
                      </a:cubicBezTo>
                      <a:close/>
                    </a:path>
                  </a:pathLst>
                </a:custGeom>
                <a:solidFill>
                  <a:srgbClr val="657E93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52" name="그룹 51">
            <a:extLst>
              <a:ext uri="{FF2B5EF4-FFF2-40B4-BE49-F238E27FC236}">
                <a16:creationId xmlns:a16="http://schemas.microsoft.com/office/drawing/2014/main" id="{859F19DA-42FC-956B-7A94-D686FCE93866}"/>
              </a:ext>
            </a:extLst>
          </p:cNvPr>
          <p:cNvGrpSpPr/>
          <p:nvPr/>
        </p:nvGrpSpPr>
        <p:grpSpPr>
          <a:xfrm>
            <a:off x="2979141" y="1327576"/>
            <a:ext cx="1145213" cy="1217401"/>
            <a:chOff x="3465826" y="1836424"/>
            <a:chExt cx="945994" cy="960523"/>
          </a:xfrm>
        </p:grpSpPr>
        <p:grpSp>
          <p:nvGrpSpPr>
            <p:cNvPr id="12" name="Google Shape;9169;p64">
              <a:extLst>
                <a:ext uri="{FF2B5EF4-FFF2-40B4-BE49-F238E27FC236}">
                  <a16:creationId xmlns:a16="http://schemas.microsoft.com/office/drawing/2014/main" id="{389ECBCC-AA5A-A519-803C-5E212D18441C}"/>
                </a:ext>
              </a:extLst>
            </p:cNvPr>
            <p:cNvGrpSpPr/>
            <p:nvPr/>
          </p:nvGrpSpPr>
          <p:grpSpPr>
            <a:xfrm>
              <a:off x="3586344" y="1917690"/>
              <a:ext cx="687779" cy="750884"/>
              <a:chOff x="5377363" y="1516169"/>
              <a:chExt cx="257357" cy="356627"/>
            </a:xfrm>
          </p:grpSpPr>
          <p:sp>
            <p:nvSpPr>
              <p:cNvPr id="13" name="Google Shape;9170;p64">
                <a:extLst>
                  <a:ext uri="{FF2B5EF4-FFF2-40B4-BE49-F238E27FC236}">
                    <a16:creationId xmlns:a16="http://schemas.microsoft.com/office/drawing/2014/main" id="{FEC19AD4-59EC-9E15-9F89-585F0B38F3D0}"/>
                  </a:ext>
                </a:extLst>
              </p:cNvPr>
              <p:cNvSpPr/>
              <p:nvPr/>
            </p:nvSpPr>
            <p:spPr>
              <a:xfrm>
                <a:off x="5377363" y="1516169"/>
                <a:ext cx="257357" cy="356627"/>
              </a:xfrm>
              <a:custGeom>
                <a:avLst/>
                <a:gdLst/>
                <a:ahLst/>
                <a:cxnLst/>
                <a:rect l="l" t="t" r="r" b="b"/>
                <a:pathLst>
                  <a:path w="8086" h="11205" extrusionOk="0">
                    <a:moveTo>
                      <a:pt x="4073" y="334"/>
                    </a:moveTo>
                    <a:cubicBezTo>
                      <a:pt x="4263" y="334"/>
                      <a:pt x="4430" y="441"/>
                      <a:pt x="4525" y="608"/>
                    </a:cubicBezTo>
                    <a:cubicBezTo>
                      <a:pt x="4561" y="656"/>
                      <a:pt x="4620" y="679"/>
                      <a:pt x="4680" y="679"/>
                    </a:cubicBezTo>
                    <a:lnTo>
                      <a:pt x="5299" y="679"/>
                    </a:lnTo>
                    <a:cubicBezTo>
                      <a:pt x="5406" y="679"/>
                      <a:pt x="5490" y="775"/>
                      <a:pt x="5490" y="870"/>
                    </a:cubicBezTo>
                    <a:lnTo>
                      <a:pt x="5490" y="1406"/>
                    </a:lnTo>
                    <a:lnTo>
                      <a:pt x="2668" y="1406"/>
                    </a:lnTo>
                    <a:lnTo>
                      <a:pt x="2668" y="870"/>
                    </a:lnTo>
                    <a:lnTo>
                      <a:pt x="2644" y="870"/>
                    </a:lnTo>
                    <a:cubicBezTo>
                      <a:pt x="2644" y="775"/>
                      <a:pt x="2727" y="679"/>
                      <a:pt x="2835" y="679"/>
                    </a:cubicBezTo>
                    <a:lnTo>
                      <a:pt x="3454" y="679"/>
                    </a:lnTo>
                    <a:cubicBezTo>
                      <a:pt x="3513" y="679"/>
                      <a:pt x="3573" y="656"/>
                      <a:pt x="3608" y="608"/>
                    </a:cubicBezTo>
                    <a:cubicBezTo>
                      <a:pt x="3716" y="441"/>
                      <a:pt x="3870" y="334"/>
                      <a:pt x="4073" y="334"/>
                    </a:cubicBezTo>
                    <a:close/>
                    <a:moveTo>
                      <a:pt x="7395" y="1037"/>
                    </a:moveTo>
                    <a:cubicBezTo>
                      <a:pt x="7597" y="1037"/>
                      <a:pt x="7764" y="1203"/>
                      <a:pt x="7764" y="1394"/>
                    </a:cubicBezTo>
                    <a:lnTo>
                      <a:pt x="7764" y="10514"/>
                    </a:lnTo>
                    <a:cubicBezTo>
                      <a:pt x="7764" y="10716"/>
                      <a:pt x="7597" y="10871"/>
                      <a:pt x="7395" y="10871"/>
                    </a:cubicBezTo>
                    <a:lnTo>
                      <a:pt x="727" y="10871"/>
                    </a:lnTo>
                    <a:cubicBezTo>
                      <a:pt x="537" y="10871"/>
                      <a:pt x="370" y="10704"/>
                      <a:pt x="370" y="10514"/>
                    </a:cubicBezTo>
                    <a:lnTo>
                      <a:pt x="370" y="1394"/>
                    </a:lnTo>
                    <a:cubicBezTo>
                      <a:pt x="370" y="1203"/>
                      <a:pt x="537" y="1037"/>
                      <a:pt x="727" y="1037"/>
                    </a:cubicBezTo>
                    <a:lnTo>
                      <a:pt x="2323" y="1037"/>
                    </a:lnTo>
                    <a:lnTo>
                      <a:pt x="2323" y="1572"/>
                    </a:lnTo>
                    <a:cubicBezTo>
                      <a:pt x="2323" y="1668"/>
                      <a:pt x="2406" y="1739"/>
                      <a:pt x="2489" y="1739"/>
                    </a:cubicBezTo>
                    <a:lnTo>
                      <a:pt x="5644" y="1739"/>
                    </a:lnTo>
                    <a:cubicBezTo>
                      <a:pt x="5728" y="1739"/>
                      <a:pt x="5811" y="1668"/>
                      <a:pt x="5811" y="1572"/>
                    </a:cubicBezTo>
                    <a:lnTo>
                      <a:pt x="5811" y="1037"/>
                    </a:lnTo>
                    <a:close/>
                    <a:moveTo>
                      <a:pt x="4037" y="1"/>
                    </a:moveTo>
                    <a:cubicBezTo>
                      <a:pt x="3751" y="1"/>
                      <a:pt x="3501" y="132"/>
                      <a:pt x="3335" y="358"/>
                    </a:cubicBezTo>
                    <a:lnTo>
                      <a:pt x="2799" y="358"/>
                    </a:lnTo>
                    <a:cubicBezTo>
                      <a:pt x="2585" y="358"/>
                      <a:pt x="2382" y="501"/>
                      <a:pt x="2311" y="715"/>
                    </a:cubicBezTo>
                    <a:lnTo>
                      <a:pt x="691" y="715"/>
                    </a:lnTo>
                    <a:cubicBezTo>
                      <a:pt x="299" y="715"/>
                      <a:pt x="1" y="1025"/>
                      <a:pt x="1" y="1394"/>
                    </a:cubicBezTo>
                    <a:lnTo>
                      <a:pt x="1" y="10514"/>
                    </a:lnTo>
                    <a:cubicBezTo>
                      <a:pt x="1" y="10907"/>
                      <a:pt x="322" y="11204"/>
                      <a:pt x="691" y="11204"/>
                    </a:cubicBezTo>
                    <a:lnTo>
                      <a:pt x="7359" y="11204"/>
                    </a:lnTo>
                    <a:cubicBezTo>
                      <a:pt x="7740" y="11204"/>
                      <a:pt x="8038" y="10895"/>
                      <a:pt x="8038" y="10514"/>
                    </a:cubicBezTo>
                    <a:lnTo>
                      <a:pt x="8038" y="1394"/>
                    </a:lnTo>
                    <a:cubicBezTo>
                      <a:pt x="8085" y="1025"/>
                      <a:pt x="7776" y="715"/>
                      <a:pt x="7383" y="715"/>
                    </a:cubicBezTo>
                    <a:lnTo>
                      <a:pt x="5763" y="715"/>
                    </a:lnTo>
                    <a:cubicBezTo>
                      <a:pt x="5692" y="501"/>
                      <a:pt x="5490" y="358"/>
                      <a:pt x="5275" y="358"/>
                    </a:cubicBezTo>
                    <a:lnTo>
                      <a:pt x="4740" y="358"/>
                    </a:lnTo>
                    <a:cubicBezTo>
                      <a:pt x="4573" y="132"/>
                      <a:pt x="4323" y="1"/>
                      <a:pt x="403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9171;p64">
                <a:extLst>
                  <a:ext uri="{FF2B5EF4-FFF2-40B4-BE49-F238E27FC236}">
                    <a16:creationId xmlns:a16="http://schemas.microsoft.com/office/drawing/2014/main" id="{F079DF83-57E3-E86D-3CF2-65A8E9B01543}"/>
                  </a:ext>
                </a:extLst>
              </p:cNvPr>
              <p:cNvSpPr/>
              <p:nvPr/>
            </p:nvSpPr>
            <p:spPr>
              <a:xfrm>
                <a:off x="5501681" y="1538925"/>
                <a:ext cx="10248" cy="10248"/>
              </a:xfrm>
              <a:custGeom>
                <a:avLst/>
                <a:gdLst/>
                <a:ahLst/>
                <a:cxnLst/>
                <a:rect l="l" t="t" r="r" b="b"/>
                <a:pathLst>
                  <a:path w="322" h="322" extrusionOk="0">
                    <a:moveTo>
                      <a:pt x="167" y="0"/>
                    </a:moveTo>
                    <a:cubicBezTo>
                      <a:pt x="72" y="0"/>
                      <a:pt x="0" y="71"/>
                      <a:pt x="0" y="155"/>
                    </a:cubicBezTo>
                    <a:cubicBezTo>
                      <a:pt x="0" y="250"/>
                      <a:pt x="72" y="322"/>
                      <a:pt x="167" y="322"/>
                    </a:cubicBezTo>
                    <a:cubicBezTo>
                      <a:pt x="250" y="322"/>
                      <a:pt x="322" y="250"/>
                      <a:pt x="322" y="155"/>
                    </a:cubicBezTo>
                    <a:cubicBezTo>
                      <a:pt x="322" y="71"/>
                      <a:pt x="250" y="0"/>
                      <a:pt x="16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9172;p64">
                <a:extLst>
                  <a:ext uri="{FF2B5EF4-FFF2-40B4-BE49-F238E27FC236}">
                    <a16:creationId xmlns:a16="http://schemas.microsoft.com/office/drawing/2014/main" id="{03532871-FCD7-1F38-DF82-0E4CED98538F}"/>
                  </a:ext>
                </a:extLst>
              </p:cNvPr>
              <p:cNvSpPr/>
              <p:nvPr/>
            </p:nvSpPr>
            <p:spPr>
              <a:xfrm>
                <a:off x="5401233" y="1560886"/>
                <a:ext cx="211112" cy="278554"/>
              </a:xfrm>
              <a:custGeom>
                <a:avLst/>
                <a:gdLst/>
                <a:ahLst/>
                <a:cxnLst/>
                <a:rect l="l" t="t" r="r" b="b"/>
                <a:pathLst>
                  <a:path w="6633" h="8752" extrusionOk="0">
                    <a:moveTo>
                      <a:pt x="156" y="1"/>
                    </a:moveTo>
                    <a:cubicBezTo>
                      <a:pt x="72" y="1"/>
                      <a:pt x="1" y="84"/>
                      <a:pt x="1" y="167"/>
                    </a:cubicBezTo>
                    <a:lnTo>
                      <a:pt x="1" y="8597"/>
                    </a:lnTo>
                    <a:cubicBezTo>
                      <a:pt x="1" y="8680"/>
                      <a:pt x="72" y="8752"/>
                      <a:pt x="156" y="8752"/>
                    </a:cubicBezTo>
                    <a:lnTo>
                      <a:pt x="6466" y="8752"/>
                    </a:lnTo>
                    <a:cubicBezTo>
                      <a:pt x="6561" y="8752"/>
                      <a:pt x="6633" y="8680"/>
                      <a:pt x="6633" y="8597"/>
                    </a:cubicBezTo>
                    <a:lnTo>
                      <a:pt x="6633" y="167"/>
                    </a:lnTo>
                    <a:cubicBezTo>
                      <a:pt x="6633" y="84"/>
                      <a:pt x="6561" y="1"/>
                      <a:pt x="6478" y="1"/>
                    </a:cubicBezTo>
                    <a:lnTo>
                      <a:pt x="5597" y="1"/>
                    </a:lnTo>
                    <a:cubicBezTo>
                      <a:pt x="5502" y="1"/>
                      <a:pt x="5430" y="84"/>
                      <a:pt x="5430" y="167"/>
                    </a:cubicBezTo>
                    <a:cubicBezTo>
                      <a:pt x="5430" y="263"/>
                      <a:pt x="5502" y="334"/>
                      <a:pt x="5597" y="334"/>
                    </a:cubicBezTo>
                    <a:lnTo>
                      <a:pt x="6311" y="334"/>
                    </a:lnTo>
                    <a:lnTo>
                      <a:pt x="6311" y="8430"/>
                    </a:lnTo>
                    <a:lnTo>
                      <a:pt x="322" y="8430"/>
                    </a:lnTo>
                    <a:lnTo>
                      <a:pt x="322" y="334"/>
                    </a:lnTo>
                    <a:lnTo>
                      <a:pt x="1037" y="334"/>
                    </a:lnTo>
                    <a:cubicBezTo>
                      <a:pt x="1132" y="334"/>
                      <a:pt x="1203" y="263"/>
                      <a:pt x="1203" y="167"/>
                    </a:cubicBezTo>
                    <a:cubicBezTo>
                      <a:pt x="1203" y="84"/>
                      <a:pt x="1132" y="1"/>
                      <a:pt x="103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9173;p64">
                <a:extLst>
                  <a:ext uri="{FF2B5EF4-FFF2-40B4-BE49-F238E27FC236}">
                    <a16:creationId xmlns:a16="http://schemas.microsoft.com/office/drawing/2014/main" id="{63A94D67-BA22-3C77-FCE4-2C300D14CD8C}"/>
                  </a:ext>
                </a:extLst>
              </p:cNvPr>
              <p:cNvSpPr/>
              <p:nvPr/>
            </p:nvSpPr>
            <p:spPr>
              <a:xfrm>
                <a:off x="5434207" y="1672664"/>
                <a:ext cx="33387" cy="33387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049" extrusionOk="0">
                    <a:moveTo>
                      <a:pt x="525" y="311"/>
                    </a:moveTo>
                    <a:cubicBezTo>
                      <a:pt x="632" y="311"/>
                      <a:pt x="715" y="406"/>
                      <a:pt x="715" y="513"/>
                    </a:cubicBezTo>
                    <a:cubicBezTo>
                      <a:pt x="703" y="608"/>
                      <a:pt x="632" y="703"/>
                      <a:pt x="525" y="703"/>
                    </a:cubicBezTo>
                    <a:cubicBezTo>
                      <a:pt x="418" y="703"/>
                      <a:pt x="334" y="608"/>
                      <a:pt x="334" y="513"/>
                    </a:cubicBezTo>
                    <a:cubicBezTo>
                      <a:pt x="334" y="406"/>
                      <a:pt x="418" y="311"/>
                      <a:pt x="525" y="311"/>
                    </a:cubicBezTo>
                    <a:close/>
                    <a:moveTo>
                      <a:pt x="525" y="1"/>
                    </a:moveTo>
                    <a:cubicBezTo>
                      <a:pt x="239" y="1"/>
                      <a:pt x="1" y="239"/>
                      <a:pt x="1" y="525"/>
                    </a:cubicBezTo>
                    <a:cubicBezTo>
                      <a:pt x="1" y="811"/>
                      <a:pt x="239" y="1049"/>
                      <a:pt x="525" y="1049"/>
                    </a:cubicBezTo>
                    <a:cubicBezTo>
                      <a:pt x="810" y="1049"/>
                      <a:pt x="1049" y="811"/>
                      <a:pt x="1049" y="525"/>
                    </a:cubicBezTo>
                    <a:cubicBezTo>
                      <a:pt x="1049" y="239"/>
                      <a:pt x="810" y="1"/>
                      <a:pt x="52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9174;p64">
                <a:extLst>
                  <a:ext uri="{FF2B5EF4-FFF2-40B4-BE49-F238E27FC236}">
                    <a16:creationId xmlns:a16="http://schemas.microsoft.com/office/drawing/2014/main" id="{FDD277AE-827A-E8A7-5C5A-C1CEECB54EB7}"/>
                  </a:ext>
                </a:extLst>
              </p:cNvPr>
              <p:cNvSpPr/>
              <p:nvPr/>
            </p:nvSpPr>
            <p:spPr>
              <a:xfrm>
                <a:off x="5434207" y="1723079"/>
                <a:ext cx="33387" cy="3300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037" extrusionOk="0">
                    <a:moveTo>
                      <a:pt x="525" y="310"/>
                    </a:moveTo>
                    <a:cubicBezTo>
                      <a:pt x="632" y="310"/>
                      <a:pt x="715" y="405"/>
                      <a:pt x="715" y="501"/>
                    </a:cubicBezTo>
                    <a:cubicBezTo>
                      <a:pt x="703" y="608"/>
                      <a:pt x="632" y="703"/>
                      <a:pt x="525" y="703"/>
                    </a:cubicBezTo>
                    <a:cubicBezTo>
                      <a:pt x="418" y="703"/>
                      <a:pt x="334" y="608"/>
                      <a:pt x="334" y="501"/>
                    </a:cubicBezTo>
                    <a:cubicBezTo>
                      <a:pt x="334" y="405"/>
                      <a:pt x="418" y="310"/>
                      <a:pt x="525" y="310"/>
                    </a:cubicBezTo>
                    <a:close/>
                    <a:moveTo>
                      <a:pt x="525" y="0"/>
                    </a:moveTo>
                    <a:cubicBezTo>
                      <a:pt x="239" y="0"/>
                      <a:pt x="1" y="239"/>
                      <a:pt x="1" y="512"/>
                    </a:cubicBezTo>
                    <a:cubicBezTo>
                      <a:pt x="1" y="798"/>
                      <a:pt x="239" y="1036"/>
                      <a:pt x="525" y="1036"/>
                    </a:cubicBezTo>
                    <a:cubicBezTo>
                      <a:pt x="810" y="1036"/>
                      <a:pt x="1049" y="798"/>
                      <a:pt x="1049" y="512"/>
                    </a:cubicBezTo>
                    <a:cubicBezTo>
                      <a:pt x="1049" y="239"/>
                      <a:pt x="810" y="0"/>
                      <a:pt x="52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9175;p64">
                <a:extLst>
                  <a:ext uri="{FF2B5EF4-FFF2-40B4-BE49-F238E27FC236}">
                    <a16:creationId xmlns:a16="http://schemas.microsoft.com/office/drawing/2014/main" id="{13586A0A-A049-FB9A-0756-9979EDEF77A0}"/>
                  </a:ext>
                </a:extLst>
              </p:cNvPr>
              <p:cNvSpPr/>
              <p:nvPr/>
            </p:nvSpPr>
            <p:spPr>
              <a:xfrm>
                <a:off x="5434207" y="1773112"/>
                <a:ext cx="33387" cy="33355"/>
              </a:xfrm>
              <a:custGeom>
                <a:avLst/>
                <a:gdLst/>
                <a:ahLst/>
                <a:cxnLst/>
                <a:rect l="l" t="t" r="r" b="b"/>
                <a:pathLst>
                  <a:path w="1049" h="1048" extrusionOk="0">
                    <a:moveTo>
                      <a:pt x="525" y="310"/>
                    </a:moveTo>
                    <a:cubicBezTo>
                      <a:pt x="632" y="310"/>
                      <a:pt x="715" y="405"/>
                      <a:pt x="715" y="512"/>
                    </a:cubicBezTo>
                    <a:cubicBezTo>
                      <a:pt x="703" y="619"/>
                      <a:pt x="632" y="703"/>
                      <a:pt x="525" y="703"/>
                    </a:cubicBezTo>
                    <a:cubicBezTo>
                      <a:pt x="418" y="703"/>
                      <a:pt x="334" y="607"/>
                      <a:pt x="334" y="512"/>
                    </a:cubicBezTo>
                    <a:cubicBezTo>
                      <a:pt x="334" y="405"/>
                      <a:pt x="418" y="310"/>
                      <a:pt x="525" y="310"/>
                    </a:cubicBezTo>
                    <a:close/>
                    <a:moveTo>
                      <a:pt x="525" y="0"/>
                    </a:moveTo>
                    <a:cubicBezTo>
                      <a:pt x="239" y="0"/>
                      <a:pt x="1" y="238"/>
                      <a:pt x="1" y="524"/>
                    </a:cubicBezTo>
                    <a:cubicBezTo>
                      <a:pt x="1" y="810"/>
                      <a:pt x="239" y="1048"/>
                      <a:pt x="525" y="1048"/>
                    </a:cubicBezTo>
                    <a:cubicBezTo>
                      <a:pt x="810" y="1048"/>
                      <a:pt x="1049" y="810"/>
                      <a:pt x="1049" y="524"/>
                    </a:cubicBezTo>
                    <a:cubicBezTo>
                      <a:pt x="1025" y="226"/>
                      <a:pt x="810" y="0"/>
                      <a:pt x="525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9176;p64">
                <a:extLst>
                  <a:ext uri="{FF2B5EF4-FFF2-40B4-BE49-F238E27FC236}">
                    <a16:creationId xmlns:a16="http://schemas.microsoft.com/office/drawing/2014/main" id="{F3A691B9-396E-91CC-1013-A887AF11F9D7}"/>
                  </a:ext>
                </a:extLst>
              </p:cNvPr>
              <p:cNvSpPr/>
              <p:nvPr/>
            </p:nvSpPr>
            <p:spPr>
              <a:xfrm>
                <a:off x="5478924" y="1672664"/>
                <a:ext cx="60663" cy="10662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335" extrusionOk="0">
                    <a:moveTo>
                      <a:pt x="167" y="1"/>
                    </a:moveTo>
                    <a:cubicBezTo>
                      <a:pt x="72" y="1"/>
                      <a:pt x="1" y="84"/>
                      <a:pt x="1" y="168"/>
                    </a:cubicBezTo>
                    <a:cubicBezTo>
                      <a:pt x="1" y="263"/>
                      <a:pt x="72" y="334"/>
                      <a:pt x="167" y="334"/>
                    </a:cubicBezTo>
                    <a:lnTo>
                      <a:pt x="1739" y="334"/>
                    </a:lnTo>
                    <a:cubicBezTo>
                      <a:pt x="1822" y="334"/>
                      <a:pt x="1906" y="263"/>
                      <a:pt x="1906" y="168"/>
                    </a:cubicBezTo>
                    <a:cubicBezTo>
                      <a:pt x="1906" y="84"/>
                      <a:pt x="1846" y="1"/>
                      <a:pt x="173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" name="Google Shape;9177;p64">
                <a:extLst>
                  <a:ext uri="{FF2B5EF4-FFF2-40B4-BE49-F238E27FC236}">
                    <a16:creationId xmlns:a16="http://schemas.microsoft.com/office/drawing/2014/main" id="{3A587535-FA14-D698-70AA-D707A5627AE7}"/>
                  </a:ext>
                </a:extLst>
              </p:cNvPr>
              <p:cNvSpPr/>
              <p:nvPr/>
            </p:nvSpPr>
            <p:spPr>
              <a:xfrm>
                <a:off x="5478924" y="1695039"/>
                <a:ext cx="99716" cy="10630"/>
              </a:xfrm>
              <a:custGeom>
                <a:avLst/>
                <a:gdLst/>
                <a:ahLst/>
                <a:cxnLst/>
                <a:rect l="l" t="t" r="r" b="b"/>
                <a:pathLst>
                  <a:path w="3133" h="334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34"/>
                      <a:pt x="156" y="334"/>
                    </a:cubicBezTo>
                    <a:lnTo>
                      <a:pt x="2977" y="334"/>
                    </a:lnTo>
                    <a:cubicBezTo>
                      <a:pt x="3061" y="334"/>
                      <a:pt x="3132" y="250"/>
                      <a:pt x="3132" y="167"/>
                    </a:cubicBezTo>
                    <a:cubicBezTo>
                      <a:pt x="3132" y="72"/>
                      <a:pt x="3061" y="0"/>
                      <a:pt x="2977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9178;p64">
                <a:extLst>
                  <a:ext uri="{FF2B5EF4-FFF2-40B4-BE49-F238E27FC236}">
                    <a16:creationId xmlns:a16="http://schemas.microsoft.com/office/drawing/2014/main" id="{7552348B-E036-6CA3-87E2-DAE51A726BD7}"/>
                  </a:ext>
                </a:extLst>
              </p:cNvPr>
              <p:cNvSpPr/>
              <p:nvPr/>
            </p:nvSpPr>
            <p:spPr>
              <a:xfrm>
                <a:off x="5478924" y="1723079"/>
                <a:ext cx="60663" cy="10248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322" extrusionOk="0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1"/>
                      <a:pt x="72" y="322"/>
                      <a:pt x="167" y="322"/>
                    </a:cubicBezTo>
                    <a:lnTo>
                      <a:pt x="1739" y="322"/>
                    </a:lnTo>
                    <a:cubicBezTo>
                      <a:pt x="1822" y="322"/>
                      <a:pt x="1906" y="251"/>
                      <a:pt x="1906" y="167"/>
                    </a:cubicBezTo>
                    <a:cubicBezTo>
                      <a:pt x="1906" y="72"/>
                      <a:pt x="1846" y="0"/>
                      <a:pt x="173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9179;p64">
                <a:extLst>
                  <a:ext uri="{FF2B5EF4-FFF2-40B4-BE49-F238E27FC236}">
                    <a16:creationId xmlns:a16="http://schemas.microsoft.com/office/drawing/2014/main" id="{A4C9D2E4-6646-C6DB-582C-012D035B91A7}"/>
                  </a:ext>
                </a:extLst>
              </p:cNvPr>
              <p:cNvSpPr/>
              <p:nvPr/>
            </p:nvSpPr>
            <p:spPr>
              <a:xfrm>
                <a:off x="5478924" y="1745422"/>
                <a:ext cx="99716" cy="10280"/>
              </a:xfrm>
              <a:custGeom>
                <a:avLst/>
                <a:gdLst/>
                <a:ahLst/>
                <a:cxnLst/>
                <a:rect l="l" t="t" r="r" b="b"/>
                <a:pathLst>
                  <a:path w="3133" h="323" extrusionOk="0">
                    <a:moveTo>
                      <a:pt x="156" y="1"/>
                    </a:moveTo>
                    <a:cubicBezTo>
                      <a:pt x="72" y="1"/>
                      <a:pt x="1" y="72"/>
                      <a:pt x="1" y="156"/>
                    </a:cubicBezTo>
                    <a:cubicBezTo>
                      <a:pt x="1" y="251"/>
                      <a:pt x="72" y="322"/>
                      <a:pt x="156" y="322"/>
                    </a:cubicBezTo>
                    <a:lnTo>
                      <a:pt x="2977" y="322"/>
                    </a:lnTo>
                    <a:cubicBezTo>
                      <a:pt x="3061" y="322"/>
                      <a:pt x="3132" y="251"/>
                      <a:pt x="3132" y="156"/>
                    </a:cubicBezTo>
                    <a:cubicBezTo>
                      <a:pt x="3132" y="72"/>
                      <a:pt x="3061" y="1"/>
                      <a:pt x="297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9180;p64">
                <a:extLst>
                  <a:ext uri="{FF2B5EF4-FFF2-40B4-BE49-F238E27FC236}">
                    <a16:creationId xmlns:a16="http://schemas.microsoft.com/office/drawing/2014/main" id="{9303F489-64E3-5517-7D2B-102CD7B82F3D}"/>
                  </a:ext>
                </a:extLst>
              </p:cNvPr>
              <p:cNvSpPr/>
              <p:nvPr/>
            </p:nvSpPr>
            <p:spPr>
              <a:xfrm>
                <a:off x="5478924" y="1773112"/>
                <a:ext cx="60663" cy="10630"/>
              </a:xfrm>
              <a:custGeom>
                <a:avLst/>
                <a:gdLst/>
                <a:ahLst/>
                <a:cxnLst/>
                <a:rect l="l" t="t" r="r" b="b"/>
                <a:pathLst>
                  <a:path w="1906" h="334" extrusionOk="0">
                    <a:moveTo>
                      <a:pt x="167" y="0"/>
                    </a:moveTo>
                    <a:cubicBezTo>
                      <a:pt x="72" y="0"/>
                      <a:pt x="1" y="83"/>
                      <a:pt x="1" y="167"/>
                    </a:cubicBezTo>
                    <a:cubicBezTo>
                      <a:pt x="1" y="262"/>
                      <a:pt x="72" y="333"/>
                      <a:pt x="167" y="333"/>
                    </a:cubicBezTo>
                    <a:lnTo>
                      <a:pt x="1739" y="333"/>
                    </a:lnTo>
                    <a:cubicBezTo>
                      <a:pt x="1822" y="333"/>
                      <a:pt x="1906" y="262"/>
                      <a:pt x="1906" y="167"/>
                    </a:cubicBezTo>
                    <a:cubicBezTo>
                      <a:pt x="1906" y="83"/>
                      <a:pt x="1846" y="0"/>
                      <a:pt x="1739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9181;p64">
                <a:extLst>
                  <a:ext uri="{FF2B5EF4-FFF2-40B4-BE49-F238E27FC236}">
                    <a16:creationId xmlns:a16="http://schemas.microsoft.com/office/drawing/2014/main" id="{286DA180-CFC5-A1E9-AAD0-F277B37B712F}"/>
                  </a:ext>
                </a:extLst>
              </p:cNvPr>
              <p:cNvSpPr/>
              <p:nvPr/>
            </p:nvSpPr>
            <p:spPr>
              <a:xfrm>
                <a:off x="5478924" y="1795455"/>
                <a:ext cx="99716" cy="10630"/>
              </a:xfrm>
              <a:custGeom>
                <a:avLst/>
                <a:gdLst/>
                <a:ahLst/>
                <a:cxnLst/>
                <a:rect l="l" t="t" r="r" b="b"/>
                <a:pathLst>
                  <a:path w="3133" h="334" extrusionOk="0">
                    <a:moveTo>
                      <a:pt x="156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56" y="334"/>
                    </a:cubicBezTo>
                    <a:lnTo>
                      <a:pt x="2977" y="334"/>
                    </a:lnTo>
                    <a:cubicBezTo>
                      <a:pt x="3061" y="334"/>
                      <a:pt x="3132" y="251"/>
                      <a:pt x="3132" y="167"/>
                    </a:cubicBezTo>
                    <a:cubicBezTo>
                      <a:pt x="3132" y="72"/>
                      <a:pt x="3061" y="1"/>
                      <a:pt x="297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9182;p64">
                <a:extLst>
                  <a:ext uri="{FF2B5EF4-FFF2-40B4-BE49-F238E27FC236}">
                    <a16:creationId xmlns:a16="http://schemas.microsoft.com/office/drawing/2014/main" id="{10CADA0C-5144-5573-C5DA-292C043BA020}"/>
                  </a:ext>
                </a:extLst>
              </p:cNvPr>
              <p:cNvSpPr/>
              <p:nvPr/>
            </p:nvSpPr>
            <p:spPr>
              <a:xfrm>
                <a:off x="5478924" y="1588926"/>
                <a:ext cx="99716" cy="10662"/>
              </a:xfrm>
              <a:custGeom>
                <a:avLst/>
                <a:gdLst/>
                <a:ahLst/>
                <a:cxnLst/>
                <a:rect l="l" t="t" r="r" b="b"/>
                <a:pathLst>
                  <a:path w="3133" h="335" extrusionOk="0">
                    <a:moveTo>
                      <a:pt x="156" y="1"/>
                    </a:moveTo>
                    <a:cubicBezTo>
                      <a:pt x="72" y="1"/>
                      <a:pt x="1" y="72"/>
                      <a:pt x="1" y="167"/>
                    </a:cubicBezTo>
                    <a:cubicBezTo>
                      <a:pt x="1" y="251"/>
                      <a:pt x="72" y="334"/>
                      <a:pt x="156" y="334"/>
                    </a:cubicBezTo>
                    <a:lnTo>
                      <a:pt x="2977" y="334"/>
                    </a:lnTo>
                    <a:cubicBezTo>
                      <a:pt x="3061" y="334"/>
                      <a:pt x="3132" y="251"/>
                      <a:pt x="3132" y="167"/>
                    </a:cubicBezTo>
                    <a:cubicBezTo>
                      <a:pt x="3132" y="72"/>
                      <a:pt x="3061" y="1"/>
                      <a:pt x="2977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9183;p64">
                <a:extLst>
                  <a:ext uri="{FF2B5EF4-FFF2-40B4-BE49-F238E27FC236}">
                    <a16:creationId xmlns:a16="http://schemas.microsoft.com/office/drawing/2014/main" id="{BCABD24E-E38B-4CED-322D-2A28FF9BCF9D}"/>
                  </a:ext>
                </a:extLst>
              </p:cNvPr>
              <p:cNvSpPr/>
              <p:nvPr/>
            </p:nvSpPr>
            <p:spPr>
              <a:xfrm>
                <a:off x="5434207" y="1639341"/>
                <a:ext cx="144783" cy="10248"/>
              </a:xfrm>
              <a:custGeom>
                <a:avLst/>
                <a:gdLst/>
                <a:ahLst/>
                <a:cxnLst/>
                <a:rect l="l" t="t" r="r" b="b"/>
                <a:pathLst>
                  <a:path w="4549" h="322" extrusionOk="0">
                    <a:moveTo>
                      <a:pt x="167" y="0"/>
                    </a:moveTo>
                    <a:cubicBezTo>
                      <a:pt x="84" y="0"/>
                      <a:pt x="1" y="72"/>
                      <a:pt x="1" y="155"/>
                    </a:cubicBezTo>
                    <a:cubicBezTo>
                      <a:pt x="1" y="250"/>
                      <a:pt x="84" y="322"/>
                      <a:pt x="167" y="322"/>
                    </a:cubicBezTo>
                    <a:lnTo>
                      <a:pt x="4382" y="322"/>
                    </a:lnTo>
                    <a:cubicBezTo>
                      <a:pt x="4466" y="322"/>
                      <a:pt x="4537" y="250"/>
                      <a:pt x="4537" y="155"/>
                    </a:cubicBezTo>
                    <a:cubicBezTo>
                      <a:pt x="4549" y="72"/>
                      <a:pt x="4466" y="0"/>
                      <a:pt x="4382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9184;p64">
                <a:extLst>
                  <a:ext uri="{FF2B5EF4-FFF2-40B4-BE49-F238E27FC236}">
                    <a16:creationId xmlns:a16="http://schemas.microsoft.com/office/drawing/2014/main" id="{4CC47818-EE64-4396-D451-8E5D710E3AEE}"/>
                  </a:ext>
                </a:extLst>
              </p:cNvPr>
              <p:cNvSpPr/>
              <p:nvPr/>
            </p:nvSpPr>
            <p:spPr>
              <a:xfrm>
                <a:off x="5479306" y="1611301"/>
                <a:ext cx="26926" cy="10248"/>
              </a:xfrm>
              <a:custGeom>
                <a:avLst/>
                <a:gdLst/>
                <a:ahLst/>
                <a:cxnLst/>
                <a:rect l="l" t="t" r="r" b="b"/>
                <a:pathLst>
                  <a:path w="846" h="322" extrusionOk="0">
                    <a:moveTo>
                      <a:pt x="167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22"/>
                      <a:pt x="167" y="322"/>
                    </a:cubicBezTo>
                    <a:lnTo>
                      <a:pt x="691" y="322"/>
                    </a:lnTo>
                    <a:cubicBezTo>
                      <a:pt x="775" y="322"/>
                      <a:pt x="846" y="250"/>
                      <a:pt x="846" y="167"/>
                    </a:cubicBezTo>
                    <a:cubicBezTo>
                      <a:pt x="846" y="72"/>
                      <a:pt x="775" y="0"/>
                      <a:pt x="691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" name="Google Shape;9185;p64">
                <a:extLst>
                  <a:ext uri="{FF2B5EF4-FFF2-40B4-BE49-F238E27FC236}">
                    <a16:creationId xmlns:a16="http://schemas.microsoft.com/office/drawing/2014/main" id="{599F539C-56AD-C67D-52D6-51A7907C4093}"/>
                  </a:ext>
                </a:extLst>
              </p:cNvPr>
              <p:cNvSpPr/>
              <p:nvPr/>
            </p:nvSpPr>
            <p:spPr>
              <a:xfrm>
                <a:off x="5518327" y="1611301"/>
                <a:ext cx="26958" cy="10248"/>
              </a:xfrm>
              <a:custGeom>
                <a:avLst/>
                <a:gdLst/>
                <a:ahLst/>
                <a:cxnLst/>
                <a:rect l="l" t="t" r="r" b="b"/>
                <a:pathLst>
                  <a:path w="847" h="322" extrusionOk="0">
                    <a:moveTo>
                      <a:pt x="156" y="0"/>
                    </a:moveTo>
                    <a:cubicBezTo>
                      <a:pt x="72" y="0"/>
                      <a:pt x="1" y="72"/>
                      <a:pt x="1" y="167"/>
                    </a:cubicBezTo>
                    <a:cubicBezTo>
                      <a:pt x="1" y="250"/>
                      <a:pt x="72" y="322"/>
                      <a:pt x="156" y="322"/>
                    </a:cubicBezTo>
                    <a:lnTo>
                      <a:pt x="680" y="322"/>
                    </a:lnTo>
                    <a:cubicBezTo>
                      <a:pt x="763" y="322"/>
                      <a:pt x="846" y="250"/>
                      <a:pt x="846" y="167"/>
                    </a:cubicBezTo>
                    <a:cubicBezTo>
                      <a:pt x="846" y="72"/>
                      <a:pt x="763" y="0"/>
                      <a:pt x="680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" name="Google Shape;9186;p64">
                <a:extLst>
                  <a:ext uri="{FF2B5EF4-FFF2-40B4-BE49-F238E27FC236}">
                    <a16:creationId xmlns:a16="http://schemas.microsoft.com/office/drawing/2014/main" id="{6082C920-0CEF-832A-45D9-14BD5BE79DF0}"/>
                  </a:ext>
                </a:extLst>
              </p:cNvPr>
              <p:cNvSpPr/>
              <p:nvPr/>
            </p:nvSpPr>
            <p:spPr>
              <a:xfrm>
                <a:off x="5434207" y="1588926"/>
                <a:ext cx="32623" cy="32623"/>
              </a:xfrm>
              <a:custGeom>
                <a:avLst/>
                <a:gdLst/>
                <a:ahLst/>
                <a:cxnLst/>
                <a:rect l="l" t="t" r="r" b="b"/>
                <a:pathLst>
                  <a:path w="1025" h="1025" extrusionOk="0">
                    <a:moveTo>
                      <a:pt x="703" y="334"/>
                    </a:moveTo>
                    <a:lnTo>
                      <a:pt x="703" y="703"/>
                    </a:lnTo>
                    <a:lnTo>
                      <a:pt x="334" y="703"/>
                    </a:lnTo>
                    <a:lnTo>
                      <a:pt x="334" y="334"/>
                    </a:lnTo>
                    <a:close/>
                    <a:moveTo>
                      <a:pt x="167" y="1"/>
                    </a:moveTo>
                    <a:cubicBezTo>
                      <a:pt x="84" y="1"/>
                      <a:pt x="1" y="72"/>
                      <a:pt x="1" y="167"/>
                    </a:cubicBezTo>
                    <a:lnTo>
                      <a:pt x="1" y="870"/>
                    </a:lnTo>
                    <a:cubicBezTo>
                      <a:pt x="1" y="953"/>
                      <a:pt x="84" y="1025"/>
                      <a:pt x="167" y="1025"/>
                    </a:cubicBezTo>
                    <a:lnTo>
                      <a:pt x="870" y="1025"/>
                    </a:lnTo>
                    <a:cubicBezTo>
                      <a:pt x="953" y="1025"/>
                      <a:pt x="1025" y="953"/>
                      <a:pt x="1025" y="870"/>
                    </a:cubicBezTo>
                    <a:lnTo>
                      <a:pt x="1025" y="167"/>
                    </a:lnTo>
                    <a:cubicBezTo>
                      <a:pt x="1025" y="72"/>
                      <a:pt x="953" y="1"/>
                      <a:pt x="870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4" name="모서리가 둥근 직사각형 43">
              <a:extLst>
                <a:ext uri="{FF2B5EF4-FFF2-40B4-BE49-F238E27FC236}">
                  <a16:creationId xmlns:a16="http://schemas.microsoft.com/office/drawing/2014/main" id="{E75F50EA-FCFA-C670-856D-50FA8BB3A0C8}"/>
                </a:ext>
              </a:extLst>
            </p:cNvPr>
            <p:cNvSpPr/>
            <p:nvPr/>
          </p:nvSpPr>
          <p:spPr>
            <a:xfrm>
              <a:off x="3465826" y="1836424"/>
              <a:ext cx="945994" cy="9605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3" name="그룹 52">
            <a:extLst>
              <a:ext uri="{FF2B5EF4-FFF2-40B4-BE49-F238E27FC236}">
                <a16:creationId xmlns:a16="http://schemas.microsoft.com/office/drawing/2014/main" id="{4827F0EE-AC29-34E7-BF41-FE7B253A1F72}"/>
              </a:ext>
            </a:extLst>
          </p:cNvPr>
          <p:cNvGrpSpPr/>
          <p:nvPr/>
        </p:nvGrpSpPr>
        <p:grpSpPr>
          <a:xfrm>
            <a:off x="5128625" y="1314861"/>
            <a:ext cx="1145213" cy="1217401"/>
            <a:chOff x="5076560" y="1828549"/>
            <a:chExt cx="945994" cy="960523"/>
          </a:xfrm>
        </p:grpSpPr>
        <p:grpSp>
          <p:nvGrpSpPr>
            <p:cNvPr id="30" name="Google Shape;10279;p65">
              <a:extLst>
                <a:ext uri="{FF2B5EF4-FFF2-40B4-BE49-F238E27FC236}">
                  <a16:creationId xmlns:a16="http://schemas.microsoft.com/office/drawing/2014/main" id="{64490BB4-33F9-A175-422C-6954974F03F2}"/>
                </a:ext>
              </a:extLst>
            </p:cNvPr>
            <p:cNvGrpSpPr/>
            <p:nvPr/>
          </p:nvGrpSpPr>
          <p:grpSpPr>
            <a:xfrm>
              <a:off x="5188417" y="1896450"/>
              <a:ext cx="826104" cy="746383"/>
              <a:chOff x="2633105" y="2431859"/>
              <a:chExt cx="363243" cy="328585"/>
            </a:xfrm>
          </p:grpSpPr>
          <p:sp>
            <p:nvSpPr>
              <p:cNvPr id="31" name="Google Shape;10280;p65">
                <a:extLst>
                  <a:ext uri="{FF2B5EF4-FFF2-40B4-BE49-F238E27FC236}">
                    <a16:creationId xmlns:a16="http://schemas.microsoft.com/office/drawing/2014/main" id="{B99E72AB-DB80-88B1-1C22-5F372A3672E3}"/>
                  </a:ext>
                </a:extLst>
              </p:cNvPr>
              <p:cNvSpPr/>
              <p:nvPr/>
            </p:nvSpPr>
            <p:spPr>
              <a:xfrm>
                <a:off x="2633105" y="2498260"/>
                <a:ext cx="250462" cy="262184"/>
              </a:xfrm>
              <a:custGeom>
                <a:avLst/>
                <a:gdLst/>
                <a:ahLst/>
                <a:cxnLst/>
                <a:rect l="l" t="t" r="r" b="b"/>
                <a:pathLst>
                  <a:path w="7906" h="8276" extrusionOk="0">
                    <a:moveTo>
                      <a:pt x="5322" y="6644"/>
                    </a:moveTo>
                    <a:lnTo>
                      <a:pt x="5465" y="7263"/>
                    </a:lnTo>
                    <a:lnTo>
                      <a:pt x="4560" y="7263"/>
                    </a:lnTo>
                    <a:lnTo>
                      <a:pt x="4691" y="6644"/>
                    </a:lnTo>
                    <a:close/>
                    <a:moveTo>
                      <a:pt x="6465" y="7608"/>
                    </a:moveTo>
                    <a:lnTo>
                      <a:pt x="6465" y="7954"/>
                    </a:lnTo>
                    <a:lnTo>
                      <a:pt x="3548" y="7954"/>
                    </a:lnTo>
                    <a:lnTo>
                      <a:pt x="3548" y="7608"/>
                    </a:lnTo>
                    <a:close/>
                    <a:moveTo>
                      <a:pt x="167" y="0"/>
                    </a:moveTo>
                    <a:cubicBezTo>
                      <a:pt x="84" y="0"/>
                      <a:pt x="0" y="72"/>
                      <a:pt x="0" y="167"/>
                    </a:cubicBezTo>
                    <a:lnTo>
                      <a:pt x="0" y="6489"/>
                    </a:lnTo>
                    <a:cubicBezTo>
                      <a:pt x="0" y="6585"/>
                      <a:pt x="84" y="6656"/>
                      <a:pt x="167" y="6656"/>
                    </a:cubicBezTo>
                    <a:lnTo>
                      <a:pt x="4346" y="6656"/>
                    </a:lnTo>
                    <a:lnTo>
                      <a:pt x="4203" y="7287"/>
                    </a:lnTo>
                    <a:lnTo>
                      <a:pt x="3370" y="7287"/>
                    </a:lnTo>
                    <a:cubicBezTo>
                      <a:pt x="3274" y="7287"/>
                      <a:pt x="3203" y="7358"/>
                      <a:pt x="3203" y="7442"/>
                    </a:cubicBezTo>
                    <a:lnTo>
                      <a:pt x="3203" y="8120"/>
                    </a:lnTo>
                    <a:cubicBezTo>
                      <a:pt x="3203" y="8204"/>
                      <a:pt x="3274" y="8275"/>
                      <a:pt x="3370" y="8275"/>
                    </a:cubicBezTo>
                    <a:lnTo>
                      <a:pt x="6632" y="8275"/>
                    </a:lnTo>
                    <a:cubicBezTo>
                      <a:pt x="6715" y="8275"/>
                      <a:pt x="6787" y="8204"/>
                      <a:pt x="6787" y="8120"/>
                    </a:cubicBezTo>
                    <a:lnTo>
                      <a:pt x="6787" y="7442"/>
                    </a:lnTo>
                    <a:cubicBezTo>
                      <a:pt x="6787" y="7358"/>
                      <a:pt x="6715" y="7287"/>
                      <a:pt x="6632" y="7287"/>
                    </a:cubicBezTo>
                    <a:lnTo>
                      <a:pt x="5787" y="7287"/>
                    </a:lnTo>
                    <a:lnTo>
                      <a:pt x="5644" y="6656"/>
                    </a:lnTo>
                    <a:lnTo>
                      <a:pt x="7727" y="6656"/>
                    </a:lnTo>
                    <a:cubicBezTo>
                      <a:pt x="7823" y="6656"/>
                      <a:pt x="7894" y="6585"/>
                      <a:pt x="7894" y="6489"/>
                    </a:cubicBezTo>
                    <a:cubicBezTo>
                      <a:pt x="7906" y="6394"/>
                      <a:pt x="7834" y="6311"/>
                      <a:pt x="7739" y="6311"/>
                    </a:cubicBezTo>
                    <a:lnTo>
                      <a:pt x="345" y="6311"/>
                    </a:lnTo>
                    <a:lnTo>
                      <a:pt x="345" y="334"/>
                    </a:lnTo>
                    <a:lnTo>
                      <a:pt x="4763" y="334"/>
                    </a:lnTo>
                    <a:cubicBezTo>
                      <a:pt x="4858" y="334"/>
                      <a:pt x="4929" y="262"/>
                      <a:pt x="4929" y="167"/>
                    </a:cubicBezTo>
                    <a:cubicBezTo>
                      <a:pt x="4929" y="72"/>
                      <a:pt x="4858" y="0"/>
                      <a:pt x="476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" name="Google Shape;10281;p65">
                <a:extLst>
                  <a:ext uri="{FF2B5EF4-FFF2-40B4-BE49-F238E27FC236}">
                    <a16:creationId xmlns:a16="http://schemas.microsoft.com/office/drawing/2014/main" id="{36101875-75BB-9364-06B0-587A2F12045A}"/>
                  </a:ext>
                </a:extLst>
              </p:cNvPr>
              <p:cNvSpPr/>
              <p:nvPr/>
            </p:nvSpPr>
            <p:spPr>
              <a:xfrm>
                <a:off x="2772655" y="2680800"/>
                <a:ext cx="38491" cy="10613"/>
              </a:xfrm>
              <a:custGeom>
                <a:avLst/>
                <a:gdLst/>
                <a:ahLst/>
                <a:cxnLst/>
                <a:rect l="l" t="t" r="r" b="b"/>
                <a:pathLst>
                  <a:path w="1215" h="335" extrusionOk="0">
                    <a:moveTo>
                      <a:pt x="167" y="1"/>
                    </a:moveTo>
                    <a:cubicBezTo>
                      <a:pt x="84" y="1"/>
                      <a:pt x="0" y="72"/>
                      <a:pt x="0" y="168"/>
                    </a:cubicBezTo>
                    <a:cubicBezTo>
                      <a:pt x="0" y="251"/>
                      <a:pt x="84" y="334"/>
                      <a:pt x="167" y="334"/>
                    </a:cubicBezTo>
                    <a:lnTo>
                      <a:pt x="1048" y="334"/>
                    </a:lnTo>
                    <a:cubicBezTo>
                      <a:pt x="1132" y="334"/>
                      <a:pt x="1215" y="251"/>
                      <a:pt x="1215" y="168"/>
                    </a:cubicBezTo>
                    <a:cubicBezTo>
                      <a:pt x="1215" y="72"/>
                      <a:pt x="1132" y="1"/>
                      <a:pt x="104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" name="Google Shape;10282;p65">
                <a:extLst>
                  <a:ext uri="{FF2B5EF4-FFF2-40B4-BE49-F238E27FC236}">
                    <a16:creationId xmlns:a16="http://schemas.microsoft.com/office/drawing/2014/main" id="{9B2C4330-086A-E648-3024-AE4ACD03B876}"/>
                  </a:ext>
                </a:extLst>
              </p:cNvPr>
              <p:cNvSpPr/>
              <p:nvPr/>
            </p:nvSpPr>
            <p:spPr>
              <a:xfrm>
                <a:off x="2729286" y="2583131"/>
                <a:ext cx="35862" cy="3586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2" extrusionOk="0">
                    <a:moveTo>
                      <a:pt x="798" y="334"/>
                    </a:moveTo>
                    <a:lnTo>
                      <a:pt x="798" y="810"/>
                    </a:lnTo>
                    <a:lnTo>
                      <a:pt x="334" y="810"/>
                    </a:lnTo>
                    <a:lnTo>
                      <a:pt x="334" y="334"/>
                    </a:lnTo>
                    <a:close/>
                    <a:moveTo>
                      <a:pt x="167" y="0"/>
                    </a:moveTo>
                    <a:cubicBezTo>
                      <a:pt x="84" y="0"/>
                      <a:pt x="0" y="84"/>
                      <a:pt x="0" y="167"/>
                    </a:cubicBezTo>
                    <a:lnTo>
                      <a:pt x="0" y="977"/>
                    </a:lnTo>
                    <a:cubicBezTo>
                      <a:pt x="0" y="1060"/>
                      <a:pt x="84" y="1131"/>
                      <a:pt x="167" y="1131"/>
                    </a:cubicBezTo>
                    <a:lnTo>
                      <a:pt x="953" y="1131"/>
                    </a:lnTo>
                    <a:cubicBezTo>
                      <a:pt x="1048" y="1131"/>
                      <a:pt x="1119" y="1060"/>
                      <a:pt x="1119" y="977"/>
                    </a:cubicBezTo>
                    <a:lnTo>
                      <a:pt x="1119" y="167"/>
                    </a:lnTo>
                    <a:cubicBezTo>
                      <a:pt x="1131" y="84"/>
                      <a:pt x="1060" y="0"/>
                      <a:pt x="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" name="Google Shape;10283;p65">
                <a:extLst>
                  <a:ext uri="{FF2B5EF4-FFF2-40B4-BE49-F238E27FC236}">
                    <a16:creationId xmlns:a16="http://schemas.microsoft.com/office/drawing/2014/main" id="{9243FC9F-A00D-283D-23A3-6ED208C8F67C}"/>
                  </a:ext>
                </a:extLst>
              </p:cNvPr>
              <p:cNvSpPr/>
              <p:nvPr/>
            </p:nvSpPr>
            <p:spPr>
              <a:xfrm>
                <a:off x="2774176" y="2583131"/>
                <a:ext cx="35482" cy="35862"/>
              </a:xfrm>
              <a:custGeom>
                <a:avLst/>
                <a:gdLst/>
                <a:ahLst/>
                <a:cxnLst/>
                <a:rect l="l" t="t" r="r" b="b"/>
                <a:pathLst>
                  <a:path w="1120" h="1132" extrusionOk="0">
                    <a:moveTo>
                      <a:pt x="786" y="334"/>
                    </a:moveTo>
                    <a:lnTo>
                      <a:pt x="786" y="810"/>
                    </a:lnTo>
                    <a:lnTo>
                      <a:pt x="333" y="810"/>
                    </a:lnTo>
                    <a:lnTo>
                      <a:pt x="333" y="334"/>
                    </a:lnTo>
                    <a:close/>
                    <a:moveTo>
                      <a:pt x="167" y="0"/>
                    </a:moveTo>
                    <a:cubicBezTo>
                      <a:pt x="72" y="0"/>
                      <a:pt x="0" y="84"/>
                      <a:pt x="0" y="167"/>
                    </a:cubicBezTo>
                    <a:lnTo>
                      <a:pt x="0" y="977"/>
                    </a:lnTo>
                    <a:cubicBezTo>
                      <a:pt x="0" y="1060"/>
                      <a:pt x="72" y="1131"/>
                      <a:pt x="167" y="1131"/>
                    </a:cubicBezTo>
                    <a:lnTo>
                      <a:pt x="953" y="1131"/>
                    </a:lnTo>
                    <a:cubicBezTo>
                      <a:pt x="1048" y="1131"/>
                      <a:pt x="1119" y="1060"/>
                      <a:pt x="1119" y="977"/>
                    </a:cubicBezTo>
                    <a:lnTo>
                      <a:pt x="1119" y="167"/>
                    </a:lnTo>
                    <a:cubicBezTo>
                      <a:pt x="1119" y="84"/>
                      <a:pt x="1036" y="0"/>
                      <a:pt x="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10284;p65">
                <a:extLst>
                  <a:ext uri="{FF2B5EF4-FFF2-40B4-BE49-F238E27FC236}">
                    <a16:creationId xmlns:a16="http://schemas.microsoft.com/office/drawing/2014/main" id="{F71F4F30-AD3E-109E-0423-910195B700B9}"/>
                  </a:ext>
                </a:extLst>
              </p:cNvPr>
              <p:cNvSpPr/>
              <p:nvPr/>
            </p:nvSpPr>
            <p:spPr>
              <a:xfrm>
                <a:off x="2817926" y="2583131"/>
                <a:ext cx="35862" cy="35862"/>
              </a:xfrm>
              <a:custGeom>
                <a:avLst/>
                <a:gdLst/>
                <a:ahLst/>
                <a:cxnLst/>
                <a:rect l="l" t="t" r="r" b="b"/>
                <a:pathLst>
                  <a:path w="1132" h="1132" extrusionOk="0">
                    <a:moveTo>
                      <a:pt x="798" y="334"/>
                    </a:moveTo>
                    <a:lnTo>
                      <a:pt x="798" y="810"/>
                    </a:lnTo>
                    <a:lnTo>
                      <a:pt x="334" y="810"/>
                    </a:lnTo>
                    <a:lnTo>
                      <a:pt x="334" y="334"/>
                    </a:lnTo>
                    <a:close/>
                    <a:moveTo>
                      <a:pt x="167" y="0"/>
                    </a:moveTo>
                    <a:cubicBezTo>
                      <a:pt x="84" y="0"/>
                      <a:pt x="0" y="84"/>
                      <a:pt x="0" y="167"/>
                    </a:cubicBezTo>
                    <a:lnTo>
                      <a:pt x="0" y="977"/>
                    </a:lnTo>
                    <a:cubicBezTo>
                      <a:pt x="0" y="1060"/>
                      <a:pt x="84" y="1131"/>
                      <a:pt x="167" y="1131"/>
                    </a:cubicBezTo>
                    <a:lnTo>
                      <a:pt x="953" y="1131"/>
                    </a:lnTo>
                    <a:cubicBezTo>
                      <a:pt x="1048" y="1131"/>
                      <a:pt x="1119" y="1060"/>
                      <a:pt x="1119" y="977"/>
                    </a:cubicBezTo>
                    <a:lnTo>
                      <a:pt x="1119" y="167"/>
                    </a:lnTo>
                    <a:cubicBezTo>
                      <a:pt x="1131" y="84"/>
                      <a:pt x="1060" y="0"/>
                      <a:pt x="95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dirty="0"/>
              </a:p>
            </p:txBody>
          </p:sp>
          <p:sp>
            <p:nvSpPr>
              <p:cNvPr id="36" name="Google Shape;10285;p65">
                <a:extLst>
                  <a:ext uri="{FF2B5EF4-FFF2-40B4-BE49-F238E27FC236}">
                    <a16:creationId xmlns:a16="http://schemas.microsoft.com/office/drawing/2014/main" id="{9D3FF1A6-1F2C-2FED-E418-8193714E5F71}"/>
                  </a:ext>
                </a:extLst>
              </p:cNvPr>
              <p:cNvSpPr/>
              <p:nvPr/>
            </p:nvSpPr>
            <p:spPr>
              <a:xfrm>
                <a:off x="2653475" y="2431859"/>
                <a:ext cx="342873" cy="275394"/>
              </a:xfrm>
              <a:custGeom>
                <a:avLst/>
                <a:gdLst/>
                <a:ahLst/>
                <a:cxnLst/>
                <a:rect l="l" t="t" r="r" b="b"/>
                <a:pathLst>
                  <a:path w="10823" h="8693" extrusionOk="0">
                    <a:moveTo>
                      <a:pt x="6429" y="3001"/>
                    </a:moveTo>
                    <a:cubicBezTo>
                      <a:pt x="6715" y="3870"/>
                      <a:pt x="7489" y="4513"/>
                      <a:pt x="8406" y="4585"/>
                    </a:cubicBezTo>
                    <a:lnTo>
                      <a:pt x="8406" y="7359"/>
                    </a:lnTo>
                    <a:lnTo>
                      <a:pt x="310" y="7359"/>
                    </a:lnTo>
                    <a:lnTo>
                      <a:pt x="310" y="3001"/>
                    </a:lnTo>
                    <a:close/>
                    <a:moveTo>
                      <a:pt x="8608" y="1"/>
                    </a:moveTo>
                    <a:cubicBezTo>
                      <a:pt x="7430" y="1"/>
                      <a:pt x="6477" y="906"/>
                      <a:pt x="6358" y="2073"/>
                    </a:cubicBezTo>
                    <a:lnTo>
                      <a:pt x="4798" y="2073"/>
                    </a:lnTo>
                    <a:cubicBezTo>
                      <a:pt x="4703" y="2073"/>
                      <a:pt x="4632" y="2144"/>
                      <a:pt x="4632" y="2239"/>
                    </a:cubicBezTo>
                    <a:cubicBezTo>
                      <a:pt x="4632" y="2323"/>
                      <a:pt x="4703" y="2394"/>
                      <a:pt x="4798" y="2394"/>
                    </a:cubicBezTo>
                    <a:lnTo>
                      <a:pt x="6334" y="2394"/>
                    </a:lnTo>
                    <a:cubicBezTo>
                      <a:pt x="6334" y="2489"/>
                      <a:pt x="6358" y="2561"/>
                      <a:pt x="6370" y="2656"/>
                    </a:cubicBezTo>
                    <a:lnTo>
                      <a:pt x="167" y="2656"/>
                    </a:lnTo>
                    <a:cubicBezTo>
                      <a:pt x="72" y="2656"/>
                      <a:pt x="0" y="2727"/>
                      <a:pt x="0" y="2811"/>
                    </a:cubicBezTo>
                    <a:lnTo>
                      <a:pt x="0" y="7502"/>
                    </a:lnTo>
                    <a:cubicBezTo>
                      <a:pt x="0" y="7597"/>
                      <a:pt x="72" y="7668"/>
                      <a:pt x="167" y="7668"/>
                    </a:cubicBezTo>
                    <a:lnTo>
                      <a:pt x="8608" y="7668"/>
                    </a:lnTo>
                    <a:cubicBezTo>
                      <a:pt x="8692" y="7668"/>
                      <a:pt x="8763" y="7597"/>
                      <a:pt x="8763" y="7502"/>
                    </a:cubicBezTo>
                    <a:lnTo>
                      <a:pt x="8763" y="4561"/>
                    </a:lnTo>
                    <a:cubicBezTo>
                      <a:pt x="8858" y="4561"/>
                      <a:pt x="8966" y="4537"/>
                      <a:pt x="9049" y="4513"/>
                    </a:cubicBezTo>
                    <a:lnTo>
                      <a:pt x="9049" y="8371"/>
                    </a:lnTo>
                    <a:lnTo>
                      <a:pt x="7787" y="8371"/>
                    </a:lnTo>
                    <a:cubicBezTo>
                      <a:pt x="7692" y="8371"/>
                      <a:pt x="7620" y="8442"/>
                      <a:pt x="7620" y="8526"/>
                    </a:cubicBezTo>
                    <a:cubicBezTo>
                      <a:pt x="7620" y="8621"/>
                      <a:pt x="7692" y="8692"/>
                      <a:pt x="7787" y="8692"/>
                    </a:cubicBezTo>
                    <a:lnTo>
                      <a:pt x="9216" y="8692"/>
                    </a:lnTo>
                    <a:cubicBezTo>
                      <a:pt x="9299" y="8692"/>
                      <a:pt x="9382" y="8621"/>
                      <a:pt x="9382" y="8526"/>
                    </a:cubicBezTo>
                    <a:lnTo>
                      <a:pt x="9382" y="4406"/>
                    </a:lnTo>
                    <a:cubicBezTo>
                      <a:pt x="9632" y="4323"/>
                      <a:pt x="9858" y="4180"/>
                      <a:pt x="10061" y="4001"/>
                    </a:cubicBezTo>
                    <a:cubicBezTo>
                      <a:pt x="10466" y="3644"/>
                      <a:pt x="10728" y="3168"/>
                      <a:pt x="10823" y="2632"/>
                    </a:cubicBezTo>
                    <a:cubicBezTo>
                      <a:pt x="10823" y="2596"/>
                      <a:pt x="10763" y="2501"/>
                      <a:pt x="10668" y="2489"/>
                    </a:cubicBezTo>
                    <a:cubicBezTo>
                      <a:pt x="10656" y="2486"/>
                      <a:pt x="10643" y="2484"/>
                      <a:pt x="10630" y="2484"/>
                    </a:cubicBezTo>
                    <a:cubicBezTo>
                      <a:pt x="10558" y="2484"/>
                      <a:pt x="10488" y="2539"/>
                      <a:pt x="10478" y="2620"/>
                    </a:cubicBezTo>
                    <a:cubicBezTo>
                      <a:pt x="10359" y="3358"/>
                      <a:pt x="9835" y="3942"/>
                      <a:pt x="9168" y="4156"/>
                    </a:cubicBezTo>
                    <a:lnTo>
                      <a:pt x="9144" y="4156"/>
                    </a:lnTo>
                    <a:cubicBezTo>
                      <a:pt x="8966" y="4216"/>
                      <a:pt x="8763" y="4239"/>
                      <a:pt x="8573" y="4239"/>
                    </a:cubicBezTo>
                    <a:cubicBezTo>
                      <a:pt x="7513" y="4239"/>
                      <a:pt x="6656" y="3358"/>
                      <a:pt x="6656" y="2287"/>
                    </a:cubicBezTo>
                    <a:cubicBezTo>
                      <a:pt x="6656" y="1215"/>
                      <a:pt x="7513" y="346"/>
                      <a:pt x="8573" y="346"/>
                    </a:cubicBezTo>
                    <a:cubicBezTo>
                      <a:pt x="9513" y="346"/>
                      <a:pt x="10335" y="1061"/>
                      <a:pt x="10478" y="1989"/>
                    </a:cubicBezTo>
                    <a:cubicBezTo>
                      <a:pt x="10490" y="2084"/>
                      <a:pt x="10585" y="2144"/>
                      <a:pt x="10668" y="2144"/>
                    </a:cubicBezTo>
                    <a:cubicBezTo>
                      <a:pt x="10763" y="2132"/>
                      <a:pt x="10823" y="2037"/>
                      <a:pt x="10823" y="1953"/>
                    </a:cubicBezTo>
                    <a:cubicBezTo>
                      <a:pt x="10751" y="1418"/>
                      <a:pt x="10478" y="918"/>
                      <a:pt x="10073" y="572"/>
                    </a:cubicBezTo>
                    <a:cubicBezTo>
                      <a:pt x="9656" y="215"/>
                      <a:pt x="9144" y="1"/>
                      <a:pt x="8608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10286;p65">
                <a:extLst>
                  <a:ext uri="{FF2B5EF4-FFF2-40B4-BE49-F238E27FC236}">
                    <a16:creationId xmlns:a16="http://schemas.microsoft.com/office/drawing/2014/main" id="{5898834E-9D74-69C9-B6B0-36AF16EC4593}"/>
                  </a:ext>
                </a:extLst>
              </p:cNvPr>
              <p:cNvSpPr/>
              <p:nvPr/>
            </p:nvSpPr>
            <p:spPr>
              <a:xfrm>
                <a:off x="2881286" y="2460529"/>
                <a:ext cx="87532" cy="87912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75" extrusionOk="0">
                    <a:moveTo>
                      <a:pt x="1414" y="703"/>
                    </a:moveTo>
                    <a:cubicBezTo>
                      <a:pt x="1786" y="703"/>
                      <a:pt x="2084" y="1020"/>
                      <a:pt x="2084" y="1406"/>
                    </a:cubicBezTo>
                    <a:cubicBezTo>
                      <a:pt x="2084" y="1787"/>
                      <a:pt x="1775" y="2108"/>
                      <a:pt x="1394" y="2108"/>
                    </a:cubicBezTo>
                    <a:cubicBezTo>
                      <a:pt x="1013" y="2108"/>
                      <a:pt x="715" y="1787"/>
                      <a:pt x="715" y="1406"/>
                    </a:cubicBezTo>
                    <a:cubicBezTo>
                      <a:pt x="715" y="1013"/>
                      <a:pt x="1024" y="703"/>
                      <a:pt x="1394" y="703"/>
                    </a:cubicBezTo>
                    <a:cubicBezTo>
                      <a:pt x="1400" y="703"/>
                      <a:pt x="1407" y="703"/>
                      <a:pt x="1414" y="703"/>
                    </a:cubicBezTo>
                    <a:close/>
                    <a:moveTo>
                      <a:pt x="1382" y="1"/>
                    </a:moveTo>
                    <a:cubicBezTo>
                      <a:pt x="1286" y="1"/>
                      <a:pt x="1215" y="72"/>
                      <a:pt x="1215" y="167"/>
                    </a:cubicBezTo>
                    <a:lnTo>
                      <a:pt x="1215" y="370"/>
                    </a:lnTo>
                    <a:cubicBezTo>
                      <a:pt x="1048" y="406"/>
                      <a:pt x="917" y="465"/>
                      <a:pt x="786" y="560"/>
                    </a:cubicBezTo>
                    <a:lnTo>
                      <a:pt x="632" y="406"/>
                    </a:lnTo>
                    <a:cubicBezTo>
                      <a:pt x="607" y="374"/>
                      <a:pt x="559" y="356"/>
                      <a:pt x="511" y="356"/>
                    </a:cubicBezTo>
                    <a:cubicBezTo>
                      <a:pt x="467" y="356"/>
                      <a:pt x="422" y="371"/>
                      <a:pt x="393" y="406"/>
                    </a:cubicBezTo>
                    <a:cubicBezTo>
                      <a:pt x="334" y="465"/>
                      <a:pt x="322" y="584"/>
                      <a:pt x="393" y="644"/>
                    </a:cubicBezTo>
                    <a:lnTo>
                      <a:pt x="548" y="798"/>
                    </a:lnTo>
                    <a:cubicBezTo>
                      <a:pt x="453" y="929"/>
                      <a:pt x="393" y="1072"/>
                      <a:pt x="370" y="1227"/>
                    </a:cubicBezTo>
                    <a:lnTo>
                      <a:pt x="155" y="1227"/>
                    </a:lnTo>
                    <a:cubicBezTo>
                      <a:pt x="72" y="1227"/>
                      <a:pt x="0" y="1299"/>
                      <a:pt x="0" y="1394"/>
                    </a:cubicBezTo>
                    <a:cubicBezTo>
                      <a:pt x="0" y="1477"/>
                      <a:pt x="72" y="1549"/>
                      <a:pt x="155" y="1549"/>
                    </a:cubicBezTo>
                    <a:lnTo>
                      <a:pt x="370" y="1549"/>
                    </a:lnTo>
                    <a:cubicBezTo>
                      <a:pt x="393" y="1715"/>
                      <a:pt x="453" y="1870"/>
                      <a:pt x="548" y="1989"/>
                    </a:cubicBezTo>
                    <a:lnTo>
                      <a:pt x="393" y="2132"/>
                    </a:lnTo>
                    <a:cubicBezTo>
                      <a:pt x="334" y="2191"/>
                      <a:pt x="334" y="2311"/>
                      <a:pt x="393" y="2370"/>
                    </a:cubicBezTo>
                    <a:cubicBezTo>
                      <a:pt x="429" y="2406"/>
                      <a:pt x="477" y="2418"/>
                      <a:pt x="512" y="2418"/>
                    </a:cubicBezTo>
                    <a:cubicBezTo>
                      <a:pt x="560" y="2418"/>
                      <a:pt x="608" y="2394"/>
                      <a:pt x="632" y="2370"/>
                    </a:cubicBezTo>
                    <a:lnTo>
                      <a:pt x="786" y="2227"/>
                    </a:lnTo>
                    <a:cubicBezTo>
                      <a:pt x="905" y="2311"/>
                      <a:pt x="1048" y="2370"/>
                      <a:pt x="1215" y="2406"/>
                    </a:cubicBezTo>
                    <a:lnTo>
                      <a:pt x="1215" y="2608"/>
                    </a:lnTo>
                    <a:cubicBezTo>
                      <a:pt x="1215" y="2703"/>
                      <a:pt x="1286" y="2775"/>
                      <a:pt x="1382" y="2775"/>
                    </a:cubicBezTo>
                    <a:cubicBezTo>
                      <a:pt x="1465" y="2775"/>
                      <a:pt x="1548" y="2703"/>
                      <a:pt x="1548" y="2608"/>
                    </a:cubicBezTo>
                    <a:lnTo>
                      <a:pt x="1548" y="2430"/>
                    </a:lnTo>
                    <a:cubicBezTo>
                      <a:pt x="1703" y="2394"/>
                      <a:pt x="1846" y="2346"/>
                      <a:pt x="1977" y="2251"/>
                    </a:cubicBezTo>
                    <a:lnTo>
                      <a:pt x="2120" y="2394"/>
                    </a:lnTo>
                    <a:cubicBezTo>
                      <a:pt x="2156" y="2430"/>
                      <a:pt x="2203" y="2442"/>
                      <a:pt x="2239" y="2442"/>
                    </a:cubicBezTo>
                    <a:cubicBezTo>
                      <a:pt x="2286" y="2442"/>
                      <a:pt x="2334" y="2430"/>
                      <a:pt x="2358" y="2394"/>
                    </a:cubicBezTo>
                    <a:cubicBezTo>
                      <a:pt x="2417" y="2346"/>
                      <a:pt x="2441" y="2215"/>
                      <a:pt x="2358" y="2156"/>
                    </a:cubicBezTo>
                    <a:lnTo>
                      <a:pt x="2215" y="2013"/>
                    </a:lnTo>
                    <a:cubicBezTo>
                      <a:pt x="2298" y="1882"/>
                      <a:pt x="2358" y="1727"/>
                      <a:pt x="2394" y="1584"/>
                    </a:cubicBezTo>
                    <a:lnTo>
                      <a:pt x="2596" y="1584"/>
                    </a:lnTo>
                    <a:cubicBezTo>
                      <a:pt x="2691" y="1584"/>
                      <a:pt x="2763" y="1501"/>
                      <a:pt x="2763" y="1418"/>
                    </a:cubicBezTo>
                    <a:cubicBezTo>
                      <a:pt x="2763" y="1299"/>
                      <a:pt x="2691" y="1227"/>
                      <a:pt x="2608" y="1227"/>
                    </a:cubicBezTo>
                    <a:lnTo>
                      <a:pt x="2394" y="1227"/>
                    </a:lnTo>
                    <a:cubicBezTo>
                      <a:pt x="2370" y="1060"/>
                      <a:pt x="2310" y="906"/>
                      <a:pt x="2215" y="798"/>
                    </a:cubicBezTo>
                    <a:lnTo>
                      <a:pt x="2370" y="644"/>
                    </a:lnTo>
                    <a:cubicBezTo>
                      <a:pt x="2417" y="584"/>
                      <a:pt x="2417" y="465"/>
                      <a:pt x="2370" y="406"/>
                    </a:cubicBezTo>
                    <a:cubicBezTo>
                      <a:pt x="2340" y="376"/>
                      <a:pt x="2292" y="361"/>
                      <a:pt x="2245" y="361"/>
                    </a:cubicBezTo>
                    <a:cubicBezTo>
                      <a:pt x="2197" y="361"/>
                      <a:pt x="2150" y="376"/>
                      <a:pt x="2120" y="406"/>
                    </a:cubicBezTo>
                    <a:lnTo>
                      <a:pt x="1977" y="560"/>
                    </a:lnTo>
                    <a:cubicBezTo>
                      <a:pt x="1858" y="465"/>
                      <a:pt x="1715" y="406"/>
                      <a:pt x="1548" y="370"/>
                    </a:cubicBezTo>
                    <a:lnTo>
                      <a:pt x="1548" y="167"/>
                    </a:lnTo>
                    <a:cubicBezTo>
                      <a:pt x="1548" y="72"/>
                      <a:pt x="1477" y="1"/>
                      <a:pt x="1382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10287;p65">
                <a:extLst>
                  <a:ext uri="{FF2B5EF4-FFF2-40B4-BE49-F238E27FC236}">
                    <a16:creationId xmlns:a16="http://schemas.microsoft.com/office/drawing/2014/main" id="{246A5B70-15A1-78B6-B00B-21281692AA0F}"/>
                  </a:ext>
                </a:extLst>
              </p:cNvPr>
              <p:cNvSpPr/>
              <p:nvPr/>
            </p:nvSpPr>
            <p:spPr>
              <a:xfrm>
                <a:off x="2908436" y="2488059"/>
                <a:ext cx="33612" cy="33993"/>
              </a:xfrm>
              <a:custGeom>
                <a:avLst/>
                <a:gdLst/>
                <a:ahLst/>
                <a:cxnLst/>
                <a:rect l="l" t="t" r="r" b="b"/>
                <a:pathLst>
                  <a:path w="1061" h="1073" extrusionOk="0">
                    <a:moveTo>
                      <a:pt x="525" y="346"/>
                    </a:moveTo>
                    <a:cubicBezTo>
                      <a:pt x="632" y="346"/>
                      <a:pt x="715" y="430"/>
                      <a:pt x="715" y="537"/>
                    </a:cubicBezTo>
                    <a:cubicBezTo>
                      <a:pt x="715" y="632"/>
                      <a:pt x="632" y="727"/>
                      <a:pt x="525" y="727"/>
                    </a:cubicBezTo>
                    <a:cubicBezTo>
                      <a:pt x="417" y="727"/>
                      <a:pt x="334" y="632"/>
                      <a:pt x="334" y="537"/>
                    </a:cubicBezTo>
                    <a:cubicBezTo>
                      <a:pt x="334" y="430"/>
                      <a:pt x="417" y="346"/>
                      <a:pt x="525" y="346"/>
                    </a:cubicBezTo>
                    <a:close/>
                    <a:moveTo>
                      <a:pt x="525" y="1"/>
                    </a:moveTo>
                    <a:cubicBezTo>
                      <a:pt x="239" y="1"/>
                      <a:pt x="1" y="239"/>
                      <a:pt x="1" y="537"/>
                    </a:cubicBezTo>
                    <a:cubicBezTo>
                      <a:pt x="1" y="834"/>
                      <a:pt x="239" y="1072"/>
                      <a:pt x="525" y="1072"/>
                    </a:cubicBezTo>
                    <a:cubicBezTo>
                      <a:pt x="810" y="1072"/>
                      <a:pt x="1048" y="834"/>
                      <a:pt x="1048" y="537"/>
                    </a:cubicBezTo>
                    <a:cubicBezTo>
                      <a:pt x="1060" y="239"/>
                      <a:pt x="822" y="1"/>
                      <a:pt x="525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8" name="모서리가 둥근 직사각형 47">
              <a:extLst>
                <a:ext uri="{FF2B5EF4-FFF2-40B4-BE49-F238E27FC236}">
                  <a16:creationId xmlns:a16="http://schemas.microsoft.com/office/drawing/2014/main" id="{9D944AAA-90BE-3A59-0A09-0EFDCB7DADF8}"/>
                </a:ext>
              </a:extLst>
            </p:cNvPr>
            <p:cNvSpPr/>
            <p:nvPr/>
          </p:nvSpPr>
          <p:spPr>
            <a:xfrm>
              <a:off x="5076560" y="1828549"/>
              <a:ext cx="945994" cy="9605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grpSp>
        <p:nvGrpSpPr>
          <p:cNvPr id="54" name="그룹 53">
            <a:extLst>
              <a:ext uri="{FF2B5EF4-FFF2-40B4-BE49-F238E27FC236}">
                <a16:creationId xmlns:a16="http://schemas.microsoft.com/office/drawing/2014/main" id="{7B68D2D4-F11C-EE9D-D317-0B7962162F18}"/>
              </a:ext>
            </a:extLst>
          </p:cNvPr>
          <p:cNvGrpSpPr/>
          <p:nvPr/>
        </p:nvGrpSpPr>
        <p:grpSpPr>
          <a:xfrm>
            <a:off x="7281801" y="1296652"/>
            <a:ext cx="1145213" cy="1217401"/>
            <a:chOff x="6687294" y="1827298"/>
            <a:chExt cx="945994" cy="960523"/>
          </a:xfrm>
        </p:grpSpPr>
        <p:grpSp>
          <p:nvGrpSpPr>
            <p:cNvPr id="39" name="Google Shape;10181;p65">
              <a:extLst>
                <a:ext uri="{FF2B5EF4-FFF2-40B4-BE49-F238E27FC236}">
                  <a16:creationId xmlns:a16="http://schemas.microsoft.com/office/drawing/2014/main" id="{7215EC1D-1814-C8C4-A718-A3C2BC65D15D}"/>
                </a:ext>
              </a:extLst>
            </p:cNvPr>
            <p:cNvGrpSpPr/>
            <p:nvPr/>
          </p:nvGrpSpPr>
          <p:grpSpPr>
            <a:xfrm>
              <a:off x="6885354" y="1961574"/>
              <a:ext cx="549875" cy="734314"/>
              <a:chOff x="2691555" y="2884503"/>
              <a:chExt cx="215044" cy="348924"/>
            </a:xfrm>
          </p:grpSpPr>
          <p:sp>
            <p:nvSpPr>
              <p:cNvPr id="40" name="Google Shape;10182;p65">
                <a:extLst>
                  <a:ext uri="{FF2B5EF4-FFF2-40B4-BE49-F238E27FC236}">
                    <a16:creationId xmlns:a16="http://schemas.microsoft.com/office/drawing/2014/main" id="{B3E876EE-0C9C-147F-EF18-EFC2634D5124}"/>
                  </a:ext>
                </a:extLst>
              </p:cNvPr>
              <p:cNvSpPr/>
              <p:nvPr/>
            </p:nvSpPr>
            <p:spPr>
              <a:xfrm>
                <a:off x="2691555" y="2884503"/>
                <a:ext cx="215044" cy="348924"/>
              </a:xfrm>
              <a:custGeom>
                <a:avLst/>
                <a:gdLst/>
                <a:ahLst/>
                <a:cxnLst/>
                <a:rect l="l" t="t" r="r" b="b"/>
                <a:pathLst>
                  <a:path w="6788" h="11014" extrusionOk="0">
                    <a:moveTo>
                      <a:pt x="632" y="4941"/>
                    </a:moveTo>
                    <a:lnTo>
                      <a:pt x="632" y="5394"/>
                    </a:lnTo>
                    <a:lnTo>
                      <a:pt x="441" y="5394"/>
                    </a:lnTo>
                    <a:lnTo>
                      <a:pt x="632" y="4941"/>
                    </a:lnTo>
                    <a:close/>
                    <a:moveTo>
                      <a:pt x="3703" y="0"/>
                    </a:moveTo>
                    <a:cubicBezTo>
                      <a:pt x="2013" y="0"/>
                      <a:pt x="632" y="1346"/>
                      <a:pt x="632" y="2989"/>
                    </a:cubicBezTo>
                    <a:lnTo>
                      <a:pt x="632" y="4179"/>
                    </a:lnTo>
                    <a:lnTo>
                      <a:pt x="36" y="5489"/>
                    </a:lnTo>
                    <a:cubicBezTo>
                      <a:pt x="1" y="5537"/>
                      <a:pt x="13" y="5596"/>
                      <a:pt x="48" y="5644"/>
                    </a:cubicBezTo>
                    <a:cubicBezTo>
                      <a:pt x="72" y="5692"/>
                      <a:pt x="120" y="5715"/>
                      <a:pt x="179" y="5715"/>
                    </a:cubicBezTo>
                    <a:lnTo>
                      <a:pt x="632" y="5715"/>
                    </a:lnTo>
                    <a:lnTo>
                      <a:pt x="632" y="6965"/>
                    </a:lnTo>
                    <a:cubicBezTo>
                      <a:pt x="632" y="7335"/>
                      <a:pt x="941" y="7656"/>
                      <a:pt x="1310" y="7656"/>
                    </a:cubicBezTo>
                    <a:lnTo>
                      <a:pt x="2156" y="7656"/>
                    </a:lnTo>
                    <a:lnTo>
                      <a:pt x="2156" y="8704"/>
                    </a:lnTo>
                    <a:lnTo>
                      <a:pt x="751" y="10775"/>
                    </a:lnTo>
                    <a:cubicBezTo>
                      <a:pt x="703" y="10835"/>
                      <a:pt x="703" y="10906"/>
                      <a:pt x="751" y="10954"/>
                    </a:cubicBezTo>
                    <a:cubicBezTo>
                      <a:pt x="775" y="11002"/>
                      <a:pt x="822" y="11014"/>
                      <a:pt x="882" y="11014"/>
                    </a:cubicBezTo>
                    <a:lnTo>
                      <a:pt x="929" y="11014"/>
                    </a:lnTo>
                    <a:lnTo>
                      <a:pt x="2394" y="10585"/>
                    </a:lnTo>
                    <a:cubicBezTo>
                      <a:pt x="2489" y="10549"/>
                      <a:pt x="2537" y="10466"/>
                      <a:pt x="2501" y="10394"/>
                    </a:cubicBezTo>
                    <a:cubicBezTo>
                      <a:pt x="2482" y="10328"/>
                      <a:pt x="2418" y="10277"/>
                      <a:pt x="2356" y="10277"/>
                    </a:cubicBezTo>
                    <a:cubicBezTo>
                      <a:pt x="2340" y="10277"/>
                      <a:pt x="2325" y="10280"/>
                      <a:pt x="2310" y="10287"/>
                    </a:cubicBezTo>
                    <a:lnTo>
                      <a:pt x="1263" y="10597"/>
                    </a:lnTo>
                    <a:lnTo>
                      <a:pt x="2441" y="8859"/>
                    </a:lnTo>
                    <a:cubicBezTo>
                      <a:pt x="2453" y="8823"/>
                      <a:pt x="2477" y="8799"/>
                      <a:pt x="2477" y="8763"/>
                    </a:cubicBezTo>
                    <a:lnTo>
                      <a:pt x="2477" y="7608"/>
                    </a:lnTo>
                    <a:lnTo>
                      <a:pt x="3453" y="7073"/>
                    </a:lnTo>
                    <a:cubicBezTo>
                      <a:pt x="3537" y="7025"/>
                      <a:pt x="3561" y="6942"/>
                      <a:pt x="3513" y="6846"/>
                    </a:cubicBezTo>
                    <a:cubicBezTo>
                      <a:pt x="3488" y="6797"/>
                      <a:pt x="3436" y="6765"/>
                      <a:pt x="3378" y="6765"/>
                    </a:cubicBezTo>
                    <a:cubicBezTo>
                      <a:pt x="3352" y="6765"/>
                      <a:pt x="3325" y="6772"/>
                      <a:pt x="3299" y="6787"/>
                    </a:cubicBezTo>
                    <a:lnTo>
                      <a:pt x="2263" y="7358"/>
                    </a:lnTo>
                    <a:lnTo>
                      <a:pt x="1298" y="7358"/>
                    </a:lnTo>
                    <a:cubicBezTo>
                      <a:pt x="1108" y="7358"/>
                      <a:pt x="941" y="7192"/>
                      <a:pt x="941" y="7001"/>
                    </a:cubicBezTo>
                    <a:lnTo>
                      <a:pt x="941" y="6549"/>
                    </a:lnTo>
                    <a:lnTo>
                      <a:pt x="1775" y="6549"/>
                    </a:lnTo>
                    <a:cubicBezTo>
                      <a:pt x="1870" y="6549"/>
                      <a:pt x="1941" y="6477"/>
                      <a:pt x="1941" y="6382"/>
                    </a:cubicBezTo>
                    <a:cubicBezTo>
                      <a:pt x="1941" y="6299"/>
                      <a:pt x="1870" y="6227"/>
                      <a:pt x="1775" y="6227"/>
                    </a:cubicBezTo>
                    <a:lnTo>
                      <a:pt x="941" y="6227"/>
                    </a:lnTo>
                    <a:lnTo>
                      <a:pt x="941" y="3025"/>
                    </a:lnTo>
                    <a:cubicBezTo>
                      <a:pt x="941" y="1548"/>
                      <a:pt x="2179" y="358"/>
                      <a:pt x="3715" y="358"/>
                    </a:cubicBezTo>
                    <a:cubicBezTo>
                      <a:pt x="5239" y="358"/>
                      <a:pt x="6478" y="1548"/>
                      <a:pt x="6478" y="3025"/>
                    </a:cubicBezTo>
                    <a:cubicBezTo>
                      <a:pt x="6478" y="4263"/>
                      <a:pt x="5811" y="5406"/>
                      <a:pt x="4727" y="6013"/>
                    </a:cubicBezTo>
                    <a:lnTo>
                      <a:pt x="3954" y="6442"/>
                    </a:lnTo>
                    <a:cubicBezTo>
                      <a:pt x="3870" y="6489"/>
                      <a:pt x="3846" y="6584"/>
                      <a:pt x="3894" y="6668"/>
                    </a:cubicBezTo>
                    <a:cubicBezTo>
                      <a:pt x="3918" y="6717"/>
                      <a:pt x="3971" y="6749"/>
                      <a:pt x="4029" y="6749"/>
                    </a:cubicBezTo>
                    <a:cubicBezTo>
                      <a:pt x="4055" y="6749"/>
                      <a:pt x="4082" y="6742"/>
                      <a:pt x="4108" y="6727"/>
                    </a:cubicBezTo>
                    <a:lnTo>
                      <a:pt x="4882" y="6299"/>
                    </a:lnTo>
                    <a:cubicBezTo>
                      <a:pt x="4918" y="6287"/>
                      <a:pt x="4930" y="6263"/>
                      <a:pt x="4966" y="6251"/>
                    </a:cubicBezTo>
                    <a:lnTo>
                      <a:pt x="4966" y="8525"/>
                    </a:lnTo>
                    <a:cubicBezTo>
                      <a:pt x="4966" y="8573"/>
                      <a:pt x="4977" y="8609"/>
                      <a:pt x="5001" y="8632"/>
                    </a:cubicBezTo>
                    <a:lnTo>
                      <a:pt x="5620" y="9323"/>
                    </a:lnTo>
                    <a:lnTo>
                      <a:pt x="2965" y="10109"/>
                    </a:lnTo>
                    <a:cubicBezTo>
                      <a:pt x="2882" y="10133"/>
                      <a:pt x="2834" y="10228"/>
                      <a:pt x="2858" y="10299"/>
                    </a:cubicBezTo>
                    <a:cubicBezTo>
                      <a:pt x="2882" y="10371"/>
                      <a:pt x="2953" y="10418"/>
                      <a:pt x="3013" y="10418"/>
                    </a:cubicBezTo>
                    <a:lnTo>
                      <a:pt x="3061" y="10418"/>
                    </a:lnTo>
                    <a:lnTo>
                      <a:pt x="5942" y="9573"/>
                    </a:lnTo>
                    <a:cubicBezTo>
                      <a:pt x="6001" y="9549"/>
                      <a:pt x="6037" y="9513"/>
                      <a:pt x="6049" y="9466"/>
                    </a:cubicBezTo>
                    <a:cubicBezTo>
                      <a:pt x="6061" y="9406"/>
                      <a:pt x="6049" y="9359"/>
                      <a:pt x="6013" y="9311"/>
                    </a:cubicBezTo>
                    <a:lnTo>
                      <a:pt x="5263" y="8442"/>
                    </a:lnTo>
                    <a:lnTo>
                      <a:pt x="5263" y="6013"/>
                    </a:lnTo>
                    <a:cubicBezTo>
                      <a:pt x="6216" y="5311"/>
                      <a:pt x="6787" y="4203"/>
                      <a:pt x="6787" y="2989"/>
                    </a:cubicBezTo>
                    <a:cubicBezTo>
                      <a:pt x="6787" y="1346"/>
                      <a:pt x="5406" y="0"/>
                      <a:pt x="3703" y="0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" name="Google Shape;10183;p65">
                <a:extLst>
                  <a:ext uri="{FF2B5EF4-FFF2-40B4-BE49-F238E27FC236}">
                    <a16:creationId xmlns:a16="http://schemas.microsoft.com/office/drawing/2014/main" id="{D0D8F34A-47F7-B1CD-DC7D-931B10AD64FA}"/>
                  </a:ext>
                </a:extLst>
              </p:cNvPr>
              <p:cNvSpPr/>
              <p:nvPr/>
            </p:nvSpPr>
            <p:spPr>
              <a:xfrm>
                <a:off x="2754535" y="2907503"/>
                <a:ext cx="126783" cy="127164"/>
              </a:xfrm>
              <a:custGeom>
                <a:avLst/>
                <a:gdLst/>
                <a:ahLst/>
                <a:cxnLst/>
                <a:rect l="l" t="t" r="r" b="b"/>
                <a:pathLst>
                  <a:path w="4002" h="4014" extrusionOk="0">
                    <a:moveTo>
                      <a:pt x="1989" y="1"/>
                    </a:moveTo>
                    <a:cubicBezTo>
                      <a:pt x="953" y="1"/>
                      <a:pt x="72" y="822"/>
                      <a:pt x="1" y="1870"/>
                    </a:cubicBezTo>
                    <a:cubicBezTo>
                      <a:pt x="1" y="1953"/>
                      <a:pt x="61" y="2025"/>
                      <a:pt x="144" y="2048"/>
                    </a:cubicBezTo>
                    <a:cubicBezTo>
                      <a:pt x="239" y="2048"/>
                      <a:pt x="311" y="1989"/>
                      <a:pt x="322" y="1894"/>
                    </a:cubicBezTo>
                    <a:cubicBezTo>
                      <a:pt x="382" y="1013"/>
                      <a:pt x="1108" y="346"/>
                      <a:pt x="1989" y="346"/>
                    </a:cubicBezTo>
                    <a:cubicBezTo>
                      <a:pt x="2918" y="346"/>
                      <a:pt x="3656" y="1096"/>
                      <a:pt x="3656" y="2013"/>
                    </a:cubicBezTo>
                    <a:cubicBezTo>
                      <a:pt x="3656" y="2941"/>
                      <a:pt x="2918" y="3680"/>
                      <a:pt x="1989" y="3680"/>
                    </a:cubicBezTo>
                    <a:cubicBezTo>
                      <a:pt x="1251" y="3680"/>
                      <a:pt x="596" y="3191"/>
                      <a:pt x="382" y="2477"/>
                    </a:cubicBezTo>
                    <a:cubicBezTo>
                      <a:pt x="363" y="2401"/>
                      <a:pt x="298" y="2363"/>
                      <a:pt x="236" y="2363"/>
                    </a:cubicBezTo>
                    <a:cubicBezTo>
                      <a:pt x="221" y="2363"/>
                      <a:pt x="206" y="2365"/>
                      <a:pt x="191" y="2370"/>
                    </a:cubicBezTo>
                    <a:cubicBezTo>
                      <a:pt x="96" y="2406"/>
                      <a:pt x="61" y="2489"/>
                      <a:pt x="84" y="2560"/>
                    </a:cubicBezTo>
                    <a:cubicBezTo>
                      <a:pt x="322" y="3418"/>
                      <a:pt x="1108" y="4013"/>
                      <a:pt x="2001" y="4013"/>
                    </a:cubicBezTo>
                    <a:cubicBezTo>
                      <a:pt x="3109" y="4013"/>
                      <a:pt x="4001" y="3120"/>
                      <a:pt x="4001" y="2013"/>
                    </a:cubicBezTo>
                    <a:cubicBezTo>
                      <a:pt x="3990" y="917"/>
                      <a:pt x="3097" y="1"/>
                      <a:pt x="198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" name="Google Shape;10184;p65">
                <a:extLst>
                  <a:ext uri="{FF2B5EF4-FFF2-40B4-BE49-F238E27FC236}">
                    <a16:creationId xmlns:a16="http://schemas.microsoft.com/office/drawing/2014/main" id="{B53F4F13-5533-90AA-3DE7-698DA3180849}"/>
                  </a:ext>
                </a:extLst>
              </p:cNvPr>
              <p:cNvSpPr/>
              <p:nvPr/>
            </p:nvSpPr>
            <p:spPr>
              <a:xfrm>
                <a:off x="2781336" y="2931263"/>
                <a:ext cx="74321" cy="74353"/>
              </a:xfrm>
              <a:custGeom>
                <a:avLst/>
                <a:gdLst/>
                <a:ahLst/>
                <a:cxnLst/>
                <a:rect l="l" t="t" r="r" b="b"/>
                <a:pathLst>
                  <a:path w="2346" h="2347" extrusionOk="0">
                    <a:moveTo>
                      <a:pt x="1465" y="310"/>
                    </a:moveTo>
                    <a:cubicBezTo>
                      <a:pt x="1620" y="310"/>
                      <a:pt x="1751" y="370"/>
                      <a:pt x="1858" y="477"/>
                    </a:cubicBezTo>
                    <a:cubicBezTo>
                      <a:pt x="1965" y="584"/>
                      <a:pt x="2024" y="715"/>
                      <a:pt x="2024" y="858"/>
                    </a:cubicBezTo>
                    <a:cubicBezTo>
                      <a:pt x="2024" y="1013"/>
                      <a:pt x="1965" y="1144"/>
                      <a:pt x="1858" y="1251"/>
                    </a:cubicBezTo>
                    <a:cubicBezTo>
                      <a:pt x="1751" y="1358"/>
                      <a:pt x="1620" y="1418"/>
                      <a:pt x="1465" y="1418"/>
                    </a:cubicBezTo>
                    <a:cubicBezTo>
                      <a:pt x="1322" y="1418"/>
                      <a:pt x="1191" y="1358"/>
                      <a:pt x="1084" y="1251"/>
                    </a:cubicBezTo>
                    <a:cubicBezTo>
                      <a:pt x="869" y="1037"/>
                      <a:pt x="869" y="679"/>
                      <a:pt x="1084" y="477"/>
                    </a:cubicBezTo>
                    <a:cubicBezTo>
                      <a:pt x="1191" y="370"/>
                      <a:pt x="1322" y="310"/>
                      <a:pt x="1465" y="310"/>
                    </a:cubicBezTo>
                    <a:close/>
                    <a:moveTo>
                      <a:pt x="1489" y="1"/>
                    </a:moveTo>
                    <a:cubicBezTo>
                      <a:pt x="1262" y="1"/>
                      <a:pt x="1036" y="84"/>
                      <a:pt x="869" y="251"/>
                    </a:cubicBezTo>
                    <a:cubicBezTo>
                      <a:pt x="572" y="548"/>
                      <a:pt x="536" y="1025"/>
                      <a:pt x="774" y="1370"/>
                    </a:cubicBezTo>
                    <a:lnTo>
                      <a:pt x="60" y="2084"/>
                    </a:lnTo>
                    <a:cubicBezTo>
                      <a:pt x="0" y="2144"/>
                      <a:pt x="0" y="2239"/>
                      <a:pt x="60" y="2299"/>
                    </a:cubicBezTo>
                    <a:cubicBezTo>
                      <a:pt x="84" y="2334"/>
                      <a:pt x="131" y="2346"/>
                      <a:pt x="179" y="2346"/>
                    </a:cubicBezTo>
                    <a:cubicBezTo>
                      <a:pt x="215" y="2346"/>
                      <a:pt x="262" y="2334"/>
                      <a:pt x="298" y="2299"/>
                    </a:cubicBezTo>
                    <a:lnTo>
                      <a:pt x="1012" y="1584"/>
                    </a:lnTo>
                    <a:cubicBezTo>
                      <a:pt x="1155" y="1691"/>
                      <a:pt x="1322" y="1739"/>
                      <a:pt x="1501" y="1739"/>
                    </a:cubicBezTo>
                    <a:cubicBezTo>
                      <a:pt x="1739" y="1739"/>
                      <a:pt x="1941" y="1644"/>
                      <a:pt x="2108" y="1489"/>
                    </a:cubicBezTo>
                    <a:cubicBezTo>
                      <a:pt x="2263" y="1310"/>
                      <a:pt x="2346" y="1096"/>
                      <a:pt x="2346" y="858"/>
                    </a:cubicBezTo>
                    <a:cubicBezTo>
                      <a:pt x="2346" y="620"/>
                      <a:pt x="2263" y="417"/>
                      <a:pt x="2096" y="251"/>
                    </a:cubicBezTo>
                    <a:cubicBezTo>
                      <a:pt x="1929" y="84"/>
                      <a:pt x="1703" y="1"/>
                      <a:pt x="1489" y="1"/>
                    </a:cubicBezTo>
                    <a:close/>
                  </a:path>
                </a:pathLst>
              </a:custGeom>
              <a:solidFill>
                <a:srgbClr val="657E9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49" name="모서리가 둥근 직사각형 48">
              <a:extLst>
                <a:ext uri="{FF2B5EF4-FFF2-40B4-BE49-F238E27FC236}">
                  <a16:creationId xmlns:a16="http://schemas.microsoft.com/office/drawing/2014/main" id="{D012A07B-9CA7-37D0-B1CC-020E39BF9930}"/>
                </a:ext>
              </a:extLst>
            </p:cNvPr>
            <p:cNvSpPr/>
            <p:nvPr/>
          </p:nvSpPr>
          <p:spPr>
            <a:xfrm>
              <a:off x="6687294" y="1827298"/>
              <a:ext cx="945994" cy="96052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ko-KR" altLang="en-US"/>
            </a:p>
          </p:txBody>
        </p:sp>
      </p:grpSp>
      <p:sp>
        <p:nvSpPr>
          <p:cNvPr id="55" name="TextBox 54">
            <a:extLst>
              <a:ext uri="{FF2B5EF4-FFF2-40B4-BE49-F238E27FC236}">
                <a16:creationId xmlns:a16="http://schemas.microsoft.com/office/drawing/2014/main" id="{A084D92C-5944-4639-765F-C94D967224C6}"/>
              </a:ext>
            </a:extLst>
          </p:cNvPr>
          <p:cNvSpPr txBox="1"/>
          <p:nvPr/>
        </p:nvSpPr>
        <p:spPr>
          <a:xfrm>
            <a:off x="519822" y="2576860"/>
            <a:ext cx="192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Participants speak</a:t>
            </a:r>
            <a:endParaRPr kumimoji="1"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AB5B515-F450-DA28-39E0-C2C8B705228C}"/>
              </a:ext>
            </a:extLst>
          </p:cNvPr>
          <p:cNvSpPr txBox="1"/>
          <p:nvPr/>
        </p:nvSpPr>
        <p:spPr>
          <a:xfrm>
            <a:off x="2732793" y="2488202"/>
            <a:ext cx="158889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Speech converted to written script</a:t>
            </a:r>
            <a:endParaRPr kumimoji="1"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A560E6A-692E-367E-CF79-53EE2134E8EC}"/>
              </a:ext>
            </a:extLst>
          </p:cNvPr>
          <p:cNvSpPr txBox="1"/>
          <p:nvPr/>
        </p:nvSpPr>
        <p:spPr>
          <a:xfrm>
            <a:off x="349583" y="3588617"/>
            <a:ext cx="880417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- It studies the language inside the speech, </a:t>
            </a: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such as words, grammar, sentence structure, and repeated phrases</a:t>
            </a: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NLP help computer process the transcript by turning word patterns</a:t>
            </a: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  numerical  information that the neural network can understand</a:t>
            </a:r>
            <a:endParaRPr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ED08CEA4-87BB-259C-7765-513BEE8C8233}"/>
              </a:ext>
            </a:extLst>
          </p:cNvPr>
          <p:cNvSpPr txBox="1"/>
          <p:nvPr/>
        </p:nvSpPr>
        <p:spPr>
          <a:xfrm>
            <a:off x="4739478" y="2523998"/>
            <a:ext cx="1923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NLP</a:t>
            </a:r>
            <a:endParaRPr kumimoji="1"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64986D3E-94B0-0082-02C3-7B68EC26CA85}"/>
              </a:ext>
            </a:extLst>
          </p:cNvPr>
          <p:cNvSpPr txBox="1"/>
          <p:nvPr/>
        </p:nvSpPr>
        <p:spPr>
          <a:xfrm>
            <a:off x="6951004" y="2462962"/>
            <a:ext cx="19235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  <a:p>
            <a:pPr algn="ctr"/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LSTM-RNN</a:t>
            </a:r>
          </a:p>
          <a:p>
            <a:pPr algn="ctr"/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LSTM-CNN</a:t>
            </a:r>
          </a:p>
        </p:txBody>
      </p:sp>
      <p:sp>
        <p:nvSpPr>
          <p:cNvPr id="384" name="오른쪽 화살표[R] 383">
            <a:extLst>
              <a:ext uri="{FF2B5EF4-FFF2-40B4-BE49-F238E27FC236}">
                <a16:creationId xmlns:a16="http://schemas.microsoft.com/office/drawing/2014/main" id="{F7B060AD-66B3-CFA5-A46B-CEB41C67EB09}"/>
              </a:ext>
            </a:extLst>
          </p:cNvPr>
          <p:cNvSpPr/>
          <p:nvPr/>
        </p:nvSpPr>
        <p:spPr>
          <a:xfrm>
            <a:off x="2112693" y="1674583"/>
            <a:ext cx="689118" cy="300282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5" name="오른쪽 화살표[R] 384">
            <a:extLst>
              <a:ext uri="{FF2B5EF4-FFF2-40B4-BE49-F238E27FC236}">
                <a16:creationId xmlns:a16="http://schemas.microsoft.com/office/drawing/2014/main" id="{D0AEC290-7612-A529-6CB5-5567B896BBF1}"/>
              </a:ext>
            </a:extLst>
          </p:cNvPr>
          <p:cNvSpPr/>
          <p:nvPr/>
        </p:nvSpPr>
        <p:spPr>
          <a:xfrm>
            <a:off x="4305538" y="1636701"/>
            <a:ext cx="689118" cy="300282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86" name="오른쪽 화살표[R] 385">
            <a:extLst>
              <a:ext uri="{FF2B5EF4-FFF2-40B4-BE49-F238E27FC236}">
                <a16:creationId xmlns:a16="http://schemas.microsoft.com/office/drawing/2014/main" id="{2D3AE98E-35D8-FE9E-1A8F-13060494D5D2}"/>
              </a:ext>
            </a:extLst>
          </p:cNvPr>
          <p:cNvSpPr/>
          <p:nvPr/>
        </p:nvSpPr>
        <p:spPr>
          <a:xfrm>
            <a:off x="6463309" y="1644655"/>
            <a:ext cx="689118" cy="300282"/>
          </a:xfrm>
          <a:prstGeom prst="rightArrow">
            <a:avLst/>
          </a:prstGeom>
          <a:solidFill>
            <a:schemeClr val="tx1">
              <a:lumMod val="90000"/>
              <a:lumOff val="1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3AC289-2848-1328-CF8E-7B480E2629CF}"/>
              </a:ext>
            </a:extLst>
          </p:cNvPr>
          <p:cNvSpPr txBox="1"/>
          <p:nvPr/>
        </p:nvSpPr>
        <p:spPr>
          <a:xfrm>
            <a:off x="8037353" y="4506962"/>
            <a:ext cx="81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5/11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067262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22420AB7-592F-6C73-9A27-2959FA756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A2FB382D-1D3D-4FBC-E104-3F49D94CDC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4831" y="667666"/>
            <a:ext cx="7704000" cy="595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Speech and Language: NLP + CNN/LSTM-RNN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DF7E937-A2EE-94C9-AE0E-C42D2164FB33}"/>
              </a:ext>
            </a:extLst>
          </p:cNvPr>
          <p:cNvSpPr txBox="1"/>
          <p:nvPr/>
        </p:nvSpPr>
        <p:spPr>
          <a:xfrm>
            <a:off x="684831" y="1470415"/>
            <a:ext cx="5046785" cy="35086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</a:t>
            </a:r>
          </a:p>
          <a:p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Each word in the transcript is changed into a word vector </a:t>
            </a: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Uses filters to scan small groups of words</a:t>
            </a: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Checks which word groups are important</a:t>
            </a:r>
          </a:p>
          <a:p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Tx/>
              <a:buChar char="-"/>
            </a:pPr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886CD044-3317-2B69-4EA1-634902C31C78}"/>
              </a:ext>
            </a:extLst>
          </p:cNvPr>
          <p:cNvSpPr txBox="1"/>
          <p:nvPr/>
        </p:nvSpPr>
        <p:spPr>
          <a:xfrm>
            <a:off x="5731616" y="1784632"/>
            <a:ext cx="3244362" cy="400110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uh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cookies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60A46AF-4E3D-E616-3FD5-DF5DA11727CB}"/>
              </a:ext>
            </a:extLst>
          </p:cNvPr>
          <p:cNvSpPr txBox="1"/>
          <p:nvPr/>
        </p:nvSpPr>
        <p:spPr>
          <a:xfrm>
            <a:off x="6195410" y="3152395"/>
            <a:ext cx="2316773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uh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US" altLang="ko-K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US" altLang="ko-K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  <a:endParaRPr lang="en-US" altLang="ko-K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is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taking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en-US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cookies</a:t>
            </a:r>
            <a:r>
              <a:rPr lang="ko-KR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</a:p>
        </p:txBody>
      </p:sp>
      <p:sp>
        <p:nvSpPr>
          <p:cNvPr id="47" name="아래쪽 화살표[D] 46">
            <a:extLst>
              <a:ext uri="{FF2B5EF4-FFF2-40B4-BE49-F238E27FC236}">
                <a16:creationId xmlns:a16="http://schemas.microsoft.com/office/drawing/2014/main" id="{F07D6F22-BE6E-D572-B741-8A60E033FB98}"/>
              </a:ext>
            </a:extLst>
          </p:cNvPr>
          <p:cNvSpPr/>
          <p:nvPr/>
        </p:nvSpPr>
        <p:spPr>
          <a:xfrm>
            <a:off x="7206041" y="2373923"/>
            <a:ext cx="295512" cy="584836"/>
          </a:xfrm>
          <a:prstGeom prst="down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0716233-57E5-5956-2325-D23400258C2C}"/>
              </a:ext>
            </a:extLst>
          </p:cNvPr>
          <p:cNvSpPr txBox="1"/>
          <p:nvPr/>
        </p:nvSpPr>
        <p:spPr>
          <a:xfrm>
            <a:off x="8037353" y="4506962"/>
            <a:ext cx="81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6/11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915701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426BBEA1-564E-6EC4-020B-F62B4CA99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33E1D4A2-7679-0BC9-3896-9E877AA204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61248"/>
            <a:ext cx="7704000" cy="595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Speech and Language: NLP + CNN/LSTM-RNN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DB9FB7-7C22-F12D-2690-1D3DC245A462}"/>
              </a:ext>
            </a:extLst>
          </p:cNvPr>
          <p:cNvSpPr txBox="1"/>
          <p:nvPr/>
        </p:nvSpPr>
        <p:spPr>
          <a:xfrm>
            <a:off x="684831" y="1470415"/>
            <a:ext cx="4962771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LSTM-RNN</a:t>
            </a:r>
          </a:p>
          <a:p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It starts from the first word and moves to the next one by one</a:t>
            </a: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Tries to remember what appeared earlier in the sentence</a:t>
            </a:r>
          </a:p>
          <a:p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kumimoji="1"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7384609-98D8-C2F8-8F3A-0C38C5E0F4C7}"/>
              </a:ext>
            </a:extLst>
          </p:cNvPr>
          <p:cNvSpPr txBox="1"/>
          <p:nvPr/>
        </p:nvSpPr>
        <p:spPr>
          <a:xfrm>
            <a:off x="5647603" y="1850417"/>
            <a:ext cx="3412385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mother is washing dishes, and the boy is taking cookies.”</a:t>
            </a:r>
            <a:endParaRPr lang="ko-KR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A4232C56-B5EA-EF17-9AD7-5975DBBEF8FE}"/>
              </a:ext>
            </a:extLst>
          </p:cNvPr>
          <p:cNvSpPr txBox="1"/>
          <p:nvPr/>
        </p:nvSpPr>
        <p:spPr>
          <a:xfrm>
            <a:off x="5647602" y="2938305"/>
            <a:ext cx="3412385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“The mother is… uh… and the boy… I don’t know… water…”</a:t>
            </a:r>
            <a:endParaRPr lang="ko-KR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D8D213-1D54-EAC9-9750-E139A2124675}"/>
              </a:ext>
            </a:extLst>
          </p:cNvPr>
          <p:cNvSpPr txBox="1"/>
          <p:nvPr/>
        </p:nvSpPr>
        <p:spPr>
          <a:xfrm>
            <a:off x="5544050" y="3798847"/>
            <a:ext cx="36194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Unclear, repeats something, loses connection between ideas </a:t>
            </a:r>
          </a:p>
          <a:p>
            <a:r>
              <a:rPr kumimoji="1" lang="en-US" altLang="ko-KR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 weak sequences</a:t>
            </a:r>
            <a:endParaRPr kumimoji="1" lang="en-US" altLang="ko-KR" sz="1800" dirty="0">
              <a:solidFill>
                <a:schemeClr val="tx1">
                  <a:lumMod val="75000"/>
                  <a:lumOff val="2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F947FC9-1A6B-63FD-C518-096E0D98AD2A}"/>
              </a:ext>
            </a:extLst>
          </p:cNvPr>
          <p:cNvSpPr txBox="1"/>
          <p:nvPr/>
        </p:nvSpPr>
        <p:spPr>
          <a:xfrm>
            <a:off x="8037353" y="4506962"/>
            <a:ext cx="81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7/11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27716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>
          <a:extLst>
            <a:ext uri="{FF2B5EF4-FFF2-40B4-BE49-F238E27FC236}">
              <a16:creationId xmlns:a16="http://schemas.microsoft.com/office/drawing/2014/main" id="{3185A8F3-F7EE-0FF4-FCB6-00FA07A0D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>
            <a:extLst>
              <a:ext uri="{FF2B5EF4-FFF2-40B4-BE49-F238E27FC236}">
                <a16:creationId xmlns:a16="http://schemas.microsoft.com/office/drawing/2014/main" id="{C8E23421-FAF9-42C4-9C73-9CDEF6B54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20000" y="661248"/>
            <a:ext cx="7704000" cy="5950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Speech and Language: NLP + CNN/LSTM-RNN</a:t>
            </a:r>
            <a:endParaRPr sz="28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7E2312C-8A7C-453E-ED38-FC9F6A488ECB}"/>
              </a:ext>
            </a:extLst>
          </p:cNvPr>
          <p:cNvSpPr txBox="1"/>
          <p:nvPr/>
        </p:nvSpPr>
        <p:spPr>
          <a:xfrm>
            <a:off x="684831" y="1470415"/>
            <a:ext cx="504678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CNN-LSTM</a:t>
            </a:r>
          </a:p>
          <a:p>
            <a:endParaRPr kumimoji="1" lang="en-US" altLang="ko-KR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Combines the two methods</a:t>
            </a: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CNN scans the sentence and finds small patterns</a:t>
            </a:r>
          </a:p>
          <a:p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 LSTM reads those extracted pattens in order     and checks how they connect in the sentence</a:t>
            </a:r>
          </a:p>
          <a:p>
            <a:endParaRPr kumimoji="1"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57E9A277-222F-48E1-BE94-764F76EA8E1E}"/>
              </a:ext>
            </a:extLst>
          </p:cNvPr>
          <p:cNvSpPr txBox="1"/>
          <p:nvPr/>
        </p:nvSpPr>
        <p:spPr>
          <a:xfrm>
            <a:off x="5647604" y="3347852"/>
            <a:ext cx="3412384" cy="70788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“uh… the boy… and… I don’t know… the mother…”</a:t>
            </a:r>
            <a:endParaRPr lang="ko-KR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2AE6885-7DD6-8445-4DAE-4BED17616FD0}"/>
              </a:ext>
            </a:extLst>
          </p:cNvPr>
          <p:cNvSpPr txBox="1"/>
          <p:nvPr/>
        </p:nvSpPr>
        <p:spPr>
          <a:xfrm>
            <a:off x="6116894" y="1388209"/>
            <a:ext cx="2473805" cy="132343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algn="ctr"/>
            <a: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ko-K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uh</a:t>
            </a:r>
            <a: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ko-K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don’t</a:t>
            </a:r>
            <a: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know</a:t>
            </a:r>
            <a: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</a:t>
            </a:r>
            <a:r>
              <a:rPr lang="ko-KR" altLang="ko-K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boy</a:t>
            </a:r>
            <a: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</a:t>
            </a:r>
            <a:br>
              <a:rPr lang="ko-KR" altLang="ko-K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ko-KR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repeated filler words</a:t>
            </a:r>
            <a:endParaRPr lang="ko-KR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더하기 1">
            <a:extLst>
              <a:ext uri="{FF2B5EF4-FFF2-40B4-BE49-F238E27FC236}">
                <a16:creationId xmlns:a16="http://schemas.microsoft.com/office/drawing/2014/main" id="{868FF67A-BC83-B4D4-1959-90AC7B3C4AFD}"/>
              </a:ext>
            </a:extLst>
          </p:cNvPr>
          <p:cNvSpPr/>
          <p:nvPr/>
        </p:nvSpPr>
        <p:spPr>
          <a:xfrm>
            <a:off x="7151573" y="2828672"/>
            <a:ext cx="404446" cy="402155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BF609C9-7309-9CA7-5C2A-7A2B666C4922}"/>
              </a:ext>
            </a:extLst>
          </p:cNvPr>
          <p:cNvSpPr txBox="1"/>
          <p:nvPr/>
        </p:nvSpPr>
        <p:spPr>
          <a:xfrm>
            <a:off x="8037353" y="4506962"/>
            <a:ext cx="81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8/11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77724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Drug Discovery: SVM</a:t>
            </a:r>
            <a:endParaRPr sz="2800" dirty="0"/>
          </a:p>
        </p:txBody>
      </p:sp>
      <p:pic>
        <p:nvPicPr>
          <p:cNvPr id="4098" name="Picture 2" descr="Full article: Support vector machines for drug discovery">
            <a:extLst>
              <a:ext uri="{FF2B5EF4-FFF2-40B4-BE49-F238E27FC236}">
                <a16:creationId xmlns:a16="http://schemas.microsoft.com/office/drawing/2014/main" id="{9E644013-DE05-EBF7-5E06-DAE129E88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76" y="1031539"/>
            <a:ext cx="3423760" cy="2739008"/>
          </a:xfrm>
          <a:prstGeom prst="rect">
            <a:avLst/>
          </a:prstGeom>
          <a:noFill/>
          <a:ln w="28575"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4" name="Google Shape;364;p32">
            <a:extLst>
              <a:ext uri="{FF2B5EF4-FFF2-40B4-BE49-F238E27FC236}">
                <a16:creationId xmlns:a16="http://schemas.microsoft.com/office/drawing/2014/main" id="{28097192-1444-4F4D-D87D-1585A77EDFFF}"/>
              </a:ext>
            </a:extLst>
          </p:cNvPr>
          <p:cNvSpPr txBox="1">
            <a:spLocks/>
          </p:cNvSpPr>
          <p:nvPr/>
        </p:nvSpPr>
        <p:spPr>
          <a:xfrm>
            <a:off x="4723662" y="2292270"/>
            <a:ext cx="2598653" cy="27948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erif Text" pitchFamily="2" charset="0"/>
              </a:rPr>
              <a:t>Active Compounds</a:t>
            </a:r>
          </a:p>
        </p:txBody>
      </p:sp>
      <p:sp>
        <p:nvSpPr>
          <p:cNvPr id="48" name="Google Shape;364;p32">
            <a:extLst>
              <a:ext uri="{FF2B5EF4-FFF2-40B4-BE49-F238E27FC236}">
                <a16:creationId xmlns:a16="http://schemas.microsoft.com/office/drawing/2014/main" id="{50B9838E-E560-74EC-C8ED-3212E0049B4F}"/>
              </a:ext>
            </a:extLst>
          </p:cNvPr>
          <p:cNvSpPr txBox="1">
            <a:spLocks/>
          </p:cNvSpPr>
          <p:nvPr/>
        </p:nvSpPr>
        <p:spPr>
          <a:xfrm>
            <a:off x="4723746" y="2764624"/>
            <a:ext cx="2765146" cy="4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erif Text" pitchFamily="2" charset="0"/>
              </a:rPr>
              <a:t>Inactive Compounds</a:t>
            </a:r>
          </a:p>
        </p:txBody>
      </p:sp>
      <p:sp>
        <p:nvSpPr>
          <p:cNvPr id="49" name="Google Shape;364;p32">
            <a:extLst>
              <a:ext uri="{FF2B5EF4-FFF2-40B4-BE49-F238E27FC236}">
                <a16:creationId xmlns:a16="http://schemas.microsoft.com/office/drawing/2014/main" id="{67A9A164-FFD6-C00F-A6AC-11D7DA05E490}"/>
              </a:ext>
            </a:extLst>
          </p:cNvPr>
          <p:cNvSpPr txBox="1">
            <a:spLocks/>
          </p:cNvSpPr>
          <p:nvPr/>
        </p:nvSpPr>
        <p:spPr>
          <a:xfrm rot="19338969">
            <a:off x="2436508" y="1801799"/>
            <a:ext cx="1829994" cy="34825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erif Text" pitchFamily="2" charset="0"/>
              </a:rPr>
              <a:t>Hyperplane</a:t>
            </a:r>
          </a:p>
        </p:txBody>
      </p:sp>
      <p:cxnSp>
        <p:nvCxnSpPr>
          <p:cNvPr id="54" name="직선 연결선[R] 53">
            <a:extLst>
              <a:ext uri="{FF2B5EF4-FFF2-40B4-BE49-F238E27FC236}">
                <a16:creationId xmlns:a16="http://schemas.microsoft.com/office/drawing/2014/main" id="{905CEBF8-8CFE-3CF7-41DD-966D08808AE9}"/>
              </a:ext>
            </a:extLst>
          </p:cNvPr>
          <p:cNvCxnSpPr>
            <a:cxnSpLocks/>
          </p:cNvCxnSpPr>
          <p:nvPr/>
        </p:nvCxnSpPr>
        <p:spPr>
          <a:xfrm flipH="1" flipV="1">
            <a:off x="3297382" y="1729826"/>
            <a:ext cx="1426280" cy="736571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[R] 56">
            <a:extLst>
              <a:ext uri="{FF2B5EF4-FFF2-40B4-BE49-F238E27FC236}">
                <a16:creationId xmlns:a16="http://schemas.microsoft.com/office/drawing/2014/main" id="{3F909EC8-F938-C875-9544-03D5011CA305}"/>
              </a:ext>
            </a:extLst>
          </p:cNvPr>
          <p:cNvCxnSpPr>
            <a:cxnSpLocks/>
          </p:cNvCxnSpPr>
          <p:nvPr/>
        </p:nvCxnSpPr>
        <p:spPr>
          <a:xfrm flipH="1" flipV="1">
            <a:off x="3463636" y="2283674"/>
            <a:ext cx="1189857" cy="588786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6C3AB0-9C36-7522-EC6B-2E900622A761}"/>
              </a:ext>
            </a:extLst>
          </p:cNvPr>
          <p:cNvSpPr txBox="1"/>
          <p:nvPr/>
        </p:nvSpPr>
        <p:spPr>
          <a:xfrm>
            <a:off x="4642169" y="549043"/>
            <a:ext cx="450183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800" b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SVM</a:t>
            </a:r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 : find good drug candidates from a very large number of compounds  narrow down the huge number of possible compounds</a:t>
            </a:r>
            <a:endParaRPr kumimoji="1"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E665A8-168E-41EE-2D1D-0DCBF4294BBB}"/>
              </a:ext>
            </a:extLst>
          </p:cNvPr>
          <p:cNvSpPr txBox="1"/>
          <p:nvPr/>
        </p:nvSpPr>
        <p:spPr>
          <a:xfrm>
            <a:off x="358817" y="3897604"/>
            <a:ext cx="87296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Researchers already have some compounds that were tested before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Compound information(molecular structure, size, charge, etc.) </a:t>
            </a:r>
          </a:p>
          <a:p>
            <a:pPr marL="285750" indent="-285750">
              <a:buFontTx/>
              <a:buChar char="-"/>
            </a:pPr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SVM places these compounds in data space, s</a:t>
            </a:r>
            <a:r>
              <a:rPr kumimoji="1" lang="en-US" altLang="ko-KR" sz="18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eparate the active and inactive</a:t>
            </a:r>
            <a:endParaRPr kumimoji="1" lang="ko-KR" alt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4F055D-A3DA-87D3-BC3E-F1D494779BFA}"/>
              </a:ext>
            </a:extLst>
          </p:cNvPr>
          <p:cNvSpPr txBox="1"/>
          <p:nvPr/>
        </p:nvSpPr>
        <p:spPr>
          <a:xfrm>
            <a:off x="4723662" y="1775792"/>
            <a:ext cx="45018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20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DM Serif Text" pitchFamily="2" charset="0"/>
                <a:cs typeface="Times New Roman" panose="02020603050405020304" pitchFamily="18" charset="0"/>
              </a:rPr>
              <a:t>Margin</a:t>
            </a:r>
            <a:r>
              <a:rPr kumimoji="1" lang="en-US" altLang="ko-KR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widest space in active &amp; inactive </a:t>
            </a:r>
            <a:endParaRPr kumimoji="1" lang="ko-KR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5" name="직선 연결선[R] 24">
            <a:extLst>
              <a:ext uri="{FF2B5EF4-FFF2-40B4-BE49-F238E27FC236}">
                <a16:creationId xmlns:a16="http://schemas.microsoft.com/office/drawing/2014/main" id="{F80D2010-7428-2F84-5F3B-3060CBE0262D}"/>
              </a:ext>
            </a:extLst>
          </p:cNvPr>
          <p:cNvCxnSpPr>
            <a:cxnSpLocks/>
            <a:stCxn id="24" idx="1"/>
          </p:cNvCxnSpPr>
          <p:nvPr/>
        </p:nvCxnSpPr>
        <p:spPr>
          <a:xfrm flipH="1" flipV="1">
            <a:off x="3772593" y="1282155"/>
            <a:ext cx="951069" cy="693692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ED46B00-8F0B-108A-4151-D4C0B4CE7B7B}"/>
              </a:ext>
            </a:extLst>
          </p:cNvPr>
          <p:cNvSpPr txBox="1"/>
          <p:nvPr/>
        </p:nvSpPr>
        <p:spPr>
          <a:xfrm>
            <a:off x="8037353" y="4506962"/>
            <a:ext cx="8181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R" dirty="0"/>
              <a:t>9/11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455135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References</a:t>
            </a:r>
            <a:endParaRPr dirty="0"/>
          </a:p>
        </p:txBody>
      </p:sp>
      <p:sp>
        <p:nvSpPr>
          <p:cNvPr id="608" name="Google Shape;608;p5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45720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100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Tsoi, K. K. F., Jia, P., Dowling, N. M., </a:t>
            </a:r>
            <a:r>
              <a:rPr lang="en-US" altLang="ko-KR" sz="1100" b="0" i="0" u="none" strike="noStrike" dirty="0" err="1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Titiner</a:t>
            </a:r>
            <a:r>
              <a:rPr lang="en-US" altLang="ko-KR" sz="1100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J. R., Wagner, M., Capuano, A. W., &amp; Donohue, M. C. (2022). Applications of artificial intelligence in dementia research. </a:t>
            </a:r>
            <a:r>
              <a:rPr lang="en-US" altLang="ko-KR" sz="1100" b="0" i="1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Cambridge Prisms Precision Medicine</a:t>
            </a:r>
            <a:r>
              <a:rPr lang="en-US" altLang="ko-KR" sz="1100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ko-KR" sz="1100" b="0" i="1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ko-KR" sz="1100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e9. </a:t>
            </a:r>
            <a:r>
              <a:rPr lang="en-US" altLang="ko-KR" sz="1100" b="0" i="0" u="sng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https://doi.org/10.1017/pcm.2022.10</a:t>
            </a:r>
            <a:endParaRPr lang="en-US" altLang="ko-KR" sz="1100" b="0" i="0" u="sng" strike="noStrike" dirty="0">
              <a:solidFill>
                <a:schemeClr val="bg1">
                  <a:lumMod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l" rtl="0">
              <a:spcBef>
                <a:spcPts val="0"/>
              </a:spcBef>
              <a:spcAft>
                <a:spcPts val="0"/>
              </a:spcAft>
            </a:pPr>
            <a:endParaRPr lang="en-US" altLang="ko-KR" sz="11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l" rtl="0">
              <a:spcBef>
                <a:spcPts val="0"/>
              </a:spcBef>
              <a:spcAft>
                <a:spcPts val="0"/>
              </a:spcAft>
            </a:pPr>
            <a:r>
              <a:rPr lang="en-US" altLang="ko-KR" sz="1100" b="0" i="0" u="none" strike="noStrike" dirty="0" err="1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Ebrahimighahnavieh</a:t>
            </a:r>
            <a:r>
              <a:rPr lang="en-US" altLang="ko-KR" sz="1100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M. A., Luo, S., &amp; </a:t>
            </a:r>
            <a:r>
              <a:rPr lang="en-US" altLang="ko-KR" sz="1100" b="0" i="0" u="none" strike="noStrike" dirty="0" err="1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Chiong</a:t>
            </a:r>
            <a:r>
              <a:rPr lang="en-US" altLang="ko-KR" sz="1100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R. (2020). Deep learning to detect Alzheimer’s disease from neuroimaging: A systematic literature review. </a:t>
            </a:r>
            <a:r>
              <a:rPr lang="en-US" altLang="ko-KR" sz="1100" b="0" i="1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Computer Methods and Programs in Biomedicine, 187</a:t>
            </a:r>
            <a:r>
              <a:rPr lang="en-US" altLang="ko-KR" sz="1100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105242. </a:t>
            </a:r>
            <a:r>
              <a:rPr lang="en-US" altLang="ko-KR" sz="1100" b="0" i="0" u="sng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https://doi.org/10.1016/j.cmpb.2019.105242</a:t>
            </a:r>
            <a:endParaRPr lang="en-US" altLang="ko-KR" sz="1100" u="sng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l" rtl="0">
              <a:spcBef>
                <a:spcPts val="0"/>
              </a:spcBef>
              <a:spcAft>
                <a:spcPts val="0"/>
              </a:spcAft>
            </a:pPr>
            <a:endParaRPr lang="en-US" altLang="ko-KR" sz="1100" u="sng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 algn="l" rtl="0">
              <a:spcBef>
                <a:spcPts val="0"/>
              </a:spcBef>
              <a:spcAft>
                <a:spcPts val="0"/>
              </a:spcAft>
            </a:pPr>
            <a:r>
              <a:rPr lang="ko-KR" altLang="ko-KR" sz="11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Karlekar</a:t>
            </a:r>
            <a:r>
              <a:rPr lang="ko-KR" altLang="ko-KR" sz="11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ko-KR" altLang="ko-KR" sz="11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</a:t>
            </a:r>
            <a:r>
              <a:rPr lang="ko-KR" altLang="ko-KR" sz="11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Niu</a:t>
            </a:r>
            <a:r>
              <a:rPr lang="ko-KR" altLang="ko-KR" sz="11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ko-KR" altLang="ko-KR" sz="11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., &amp; </a:t>
            </a:r>
            <a:r>
              <a:rPr lang="ko-KR" altLang="ko-KR" sz="11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Bansal</a:t>
            </a:r>
            <a:r>
              <a:rPr lang="ko-KR" altLang="ko-KR" sz="11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ko-KR" altLang="ko-KR" sz="11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lang="ko-KR" altLang="ko-KR" sz="11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(2018). </a:t>
            </a:r>
            <a:r>
              <a:rPr lang="ko-KR" altLang="ko-KR" sz="1100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Detecting</a:t>
            </a:r>
            <a:r>
              <a:rPr lang="ko-KR" altLang="ko-KR" sz="11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linguistic</a:t>
            </a:r>
            <a:r>
              <a:rPr lang="ko-KR" altLang="ko-KR" sz="11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  <a:r>
              <a:rPr lang="ko-KR" altLang="ko-KR" sz="11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of </a:t>
            </a:r>
            <a:r>
              <a:rPr lang="ko-KR" altLang="ko-KR" sz="1100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Alzheimer’s</a:t>
            </a:r>
            <a:r>
              <a:rPr lang="ko-KR" altLang="ko-KR" sz="11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dementia </a:t>
            </a:r>
            <a:r>
              <a:rPr lang="ko-KR" altLang="ko-KR" sz="1100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ko-KR" altLang="ko-KR" sz="11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interpreting</a:t>
            </a:r>
            <a:r>
              <a:rPr lang="ko-KR" altLang="ko-KR" sz="1100" i="1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ko-KR" altLang="ko-KR" sz="1100" i="1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neuralmodels</a:t>
            </a:r>
            <a:r>
              <a:rPr lang="ko-KR" altLang="ko-KR" sz="11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ko-KR" altLang="ko-KR" sz="1100" dirty="0" err="1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arXiv</a:t>
            </a:r>
            <a:r>
              <a:rPr lang="ko-KR" altLang="ko-KR" sz="1100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ko-KR" altLang="ko-KR" sz="1100" u="sng" dirty="0">
                <a:solidFill>
                  <a:schemeClr val="bg1">
                    <a:lumMod val="1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https://doi.org/10.48550/arXiv.1804.06440</a:t>
            </a:r>
            <a:endParaRPr lang="ko-KR" altLang="ko-KR" sz="11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52400" indent="0">
              <a:buNone/>
            </a:pPr>
            <a:endParaRPr lang="en-US" altLang="ko-KR" sz="1100" b="0" i="0" u="none" strike="noStrike" dirty="0">
              <a:solidFill>
                <a:schemeClr val="bg1">
                  <a:lumMod val="10000"/>
                </a:schemeClr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457200"/>
            <a:r>
              <a:rPr lang="en-US" altLang="ko-KR" sz="1100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Carpenter, K. A., &amp; Huang, X. (2018). Machine learning-based virtual screening and its applications to Alzheimer’s drug discovery: A review. </a:t>
            </a:r>
            <a:r>
              <a:rPr lang="en-US" altLang="ko-KR" sz="1100" b="0" i="1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Current Pharmaceutical Design, 24</a:t>
            </a:r>
            <a:r>
              <a:rPr lang="en-US" altLang="ko-KR" sz="1100" b="0" i="0" u="none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(28), 3347–3358. </a:t>
            </a:r>
            <a:r>
              <a:rPr lang="en-US" altLang="ko-KR" sz="1100" b="0" i="0" u="sng" strike="noStrike" dirty="0">
                <a:solidFill>
                  <a:schemeClr val="bg1">
                    <a:lumMod val="10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https://doi.org/10.2174/1381612824666180607124038</a:t>
            </a:r>
            <a:endParaRPr sz="1100" dirty="0">
              <a:solidFill>
                <a:schemeClr val="bg1">
                  <a:lumMod val="1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46" name="Google Shape;446;p40"/>
          <p:cNvCxnSpPr/>
          <p:nvPr/>
        </p:nvCxnSpPr>
        <p:spPr>
          <a:xfrm>
            <a:off x="-286075" y="1009275"/>
            <a:ext cx="98967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48" name="Google Shape;448;p40"/>
          <p:cNvSpPr txBox="1">
            <a:spLocks noGrp="1"/>
          </p:cNvSpPr>
          <p:nvPr>
            <p:ph type="title"/>
          </p:nvPr>
        </p:nvSpPr>
        <p:spPr>
          <a:xfrm>
            <a:off x="1660950" y="1948050"/>
            <a:ext cx="5822100" cy="1247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Thank You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legant and Clean Case Report by Slidesgo">
  <a:themeElements>
    <a:clrScheme name="Simple Light">
      <a:dk1>
        <a:srgbClr val="092F53"/>
      </a:dk1>
      <a:lt1>
        <a:srgbClr val="EBEBEB"/>
      </a:lt1>
      <a:dk2>
        <a:srgbClr val="FFFFFF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92F5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1235</TotalTime>
  <Words>713</Words>
  <Application>Microsoft Office PowerPoint</Application>
  <PresentationFormat>화면 슬라이드 쇼(16:9)</PresentationFormat>
  <Paragraphs>104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-webkit-standard</vt:lpstr>
      <vt:lpstr>DM Serif Text</vt:lpstr>
      <vt:lpstr>Arial</vt:lpstr>
      <vt:lpstr>Times New Roman</vt:lpstr>
      <vt:lpstr>Arimo</vt:lpstr>
      <vt:lpstr>Miriam Fixed</vt:lpstr>
      <vt:lpstr>Raleway</vt:lpstr>
      <vt:lpstr>Elegant and Clean Case Report by Slidesgo</vt:lpstr>
      <vt:lpstr>Applications of Artificial Intelligence in Dementia Research</vt:lpstr>
      <vt:lpstr>Table of contents</vt:lpstr>
      <vt:lpstr>Introduction: Why Artificial Intelligence?</vt:lpstr>
      <vt:lpstr>Neuroimaging: CNN</vt:lpstr>
      <vt:lpstr>Speech and Language: NLP + CNN/LSTM-RNN</vt:lpstr>
      <vt:lpstr>Speech and Language: NLP + CNN/LSTM-RNN</vt:lpstr>
      <vt:lpstr>Speech and Language: NLP + CNN/LSTM-RNN</vt:lpstr>
      <vt:lpstr>Speech and Language: NLP + CNN/LSTM-RNN</vt:lpstr>
      <vt:lpstr>Drug Discovery: SVM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Applications of Artificial Intelligence in Dementia Research</dc:title>
  <cp:lastModifiedBy>Subin Hyun</cp:lastModifiedBy>
  <cp:revision>5</cp:revision>
  <dcterms:modified xsi:type="dcterms:W3CDTF">2026-06-25T14:55:12Z</dcterms:modified>
</cp:coreProperties>
</file>