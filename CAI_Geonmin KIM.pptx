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38"/>
  </p:notesMasterIdLst>
  <p:handoutMasterIdLst>
    <p:handoutMasterId r:id="rId39"/>
  </p:handoutMasterIdLst>
  <p:sldIdLst>
    <p:sldId id="266" r:id="rId2"/>
    <p:sldId id="353" r:id="rId3"/>
    <p:sldId id="309" r:id="rId4"/>
    <p:sldId id="315" r:id="rId5"/>
    <p:sldId id="336" r:id="rId6"/>
    <p:sldId id="335" r:id="rId7"/>
    <p:sldId id="327" r:id="rId8"/>
    <p:sldId id="314" r:id="rId9"/>
    <p:sldId id="313" r:id="rId10"/>
    <p:sldId id="326" r:id="rId11"/>
    <p:sldId id="312" r:id="rId12"/>
    <p:sldId id="330" r:id="rId13"/>
    <p:sldId id="329" r:id="rId14"/>
    <p:sldId id="331" r:id="rId15"/>
    <p:sldId id="332" r:id="rId16"/>
    <p:sldId id="319" r:id="rId17"/>
    <p:sldId id="321" r:id="rId18"/>
    <p:sldId id="308" r:id="rId19"/>
    <p:sldId id="337" r:id="rId20"/>
    <p:sldId id="333" r:id="rId21"/>
    <p:sldId id="342" r:id="rId22"/>
    <p:sldId id="334" r:id="rId23"/>
    <p:sldId id="351" r:id="rId24"/>
    <p:sldId id="323" r:id="rId25"/>
    <p:sldId id="325" r:id="rId26"/>
    <p:sldId id="275" r:id="rId27"/>
    <p:sldId id="328" r:id="rId28"/>
    <p:sldId id="322" r:id="rId29"/>
    <p:sldId id="316" r:id="rId30"/>
    <p:sldId id="338" r:id="rId31"/>
    <p:sldId id="348" r:id="rId32"/>
    <p:sldId id="341" r:id="rId33"/>
    <p:sldId id="347" r:id="rId34"/>
    <p:sldId id="352" r:id="rId35"/>
    <p:sldId id="339" r:id="rId36"/>
    <p:sldId id="35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0A0"/>
    <a:srgbClr val="A61C00"/>
    <a:srgbClr val="A43C1C"/>
    <a:srgbClr val="FF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667108-4159-456C-8224-639E3D1A3699}" v="1753" dt="2026-06-21T12:28:26.671"/>
    <p1510:client id="{D31C0F67-7C86-8F30-9E31-325BA01C7F93}" v="800" dt="2026-06-21T11:56:13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8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68A56C7-D9A9-827D-87EC-289F7E6F0C2B}"/>
    <pc:docChg chg="addSld modSld">
      <pc:chgData name="Guest User" userId="" providerId="Windows Live" clId="Web-{B68A56C7-D9A9-827D-87EC-289F7E6F0C2B}" dt="2026-06-19T11:53:47.008" v="5"/>
      <pc:docMkLst>
        <pc:docMk/>
      </pc:docMkLst>
    </pc:docChg>
  </pc:docChgLst>
  <pc:docChgLst>
    <pc:chgData name="Guest User" providerId="Windows Live" clId="Web-{D31C0F67-7C86-8F30-9E31-325BA01C7F93}"/>
    <pc:docChg chg="addSld delSld modSld sldOrd">
      <pc:chgData name="Guest User" userId="" providerId="Windows Live" clId="Web-{D31C0F67-7C86-8F30-9E31-325BA01C7F93}" dt="2026-06-21T12:26:13.458" v="835"/>
      <pc:docMkLst>
        <pc:docMk/>
      </pc:docMkLst>
      <pc:sldChg chg="addSp modSp modNotes">
        <pc:chgData name="Guest User" userId="" providerId="Windows Live" clId="Web-{D31C0F67-7C86-8F30-9E31-325BA01C7F93}" dt="2026-06-21T09:01:44.382" v="623" actId="14100"/>
        <pc:sldMkLst>
          <pc:docMk/>
          <pc:sldMk cId="206296189" sldId="275"/>
        </pc:sldMkLst>
        <pc:spChg chg="add mod">
          <ac:chgData name="Guest User" userId="" providerId="Windows Live" clId="Web-{D31C0F67-7C86-8F30-9E31-325BA01C7F93}" dt="2026-06-21T09:01:44.382" v="623" actId="14100"/>
          <ac:spMkLst>
            <pc:docMk/>
            <pc:sldMk cId="206296189" sldId="275"/>
            <ac:spMk id="4" creationId="{084E1A8C-DA73-9955-CCFC-E61F6338C1EE}"/>
          </ac:spMkLst>
        </pc:spChg>
      </pc:sldChg>
      <pc:sldChg chg="modSp">
        <pc:chgData name="Guest User" userId="" providerId="Windows Live" clId="Web-{D31C0F67-7C86-8F30-9E31-325BA01C7F93}" dt="2026-06-20T01:05:21.133" v="87" actId="20577"/>
        <pc:sldMkLst>
          <pc:docMk/>
          <pc:sldMk cId="2722731971" sldId="309"/>
        </pc:sldMkLst>
        <pc:spChg chg="mod">
          <ac:chgData name="Guest User" userId="" providerId="Windows Live" clId="Web-{D31C0F67-7C86-8F30-9E31-325BA01C7F93}" dt="2026-06-20T01:05:21.133" v="87" actId="20577"/>
          <ac:spMkLst>
            <pc:docMk/>
            <pc:sldMk cId="2722731971" sldId="309"/>
            <ac:spMk id="5" creationId="{CF1403B9-8C18-FC11-A2CB-971786DBA9D8}"/>
          </ac:spMkLst>
        </pc:spChg>
      </pc:sldChg>
      <pc:sldChg chg="modSp">
        <pc:chgData name="Guest User" userId="" providerId="Windows Live" clId="Web-{D31C0F67-7C86-8F30-9E31-325BA01C7F93}" dt="2026-06-20T01:06:16.698" v="110" actId="20577"/>
        <pc:sldMkLst>
          <pc:docMk/>
          <pc:sldMk cId="4283294680" sldId="312"/>
        </pc:sldMkLst>
        <pc:spChg chg="mod">
          <ac:chgData name="Guest User" userId="" providerId="Windows Live" clId="Web-{D31C0F67-7C86-8F30-9E31-325BA01C7F93}" dt="2026-06-20T01:06:16.698" v="110" actId="20577"/>
          <ac:spMkLst>
            <pc:docMk/>
            <pc:sldMk cId="4283294680" sldId="312"/>
            <ac:spMk id="5" creationId="{ECF99AEA-3236-F1F2-EF0E-7183D4A42336}"/>
          </ac:spMkLst>
        </pc:spChg>
      </pc:sldChg>
      <pc:sldChg chg="modSp">
        <pc:chgData name="Guest User" userId="" providerId="Windows Live" clId="Web-{D31C0F67-7C86-8F30-9E31-325BA01C7F93}" dt="2026-06-20T01:05:59.681" v="103" actId="20577"/>
        <pc:sldMkLst>
          <pc:docMk/>
          <pc:sldMk cId="1873572007" sldId="313"/>
        </pc:sldMkLst>
        <pc:spChg chg="mod">
          <ac:chgData name="Guest User" userId="" providerId="Windows Live" clId="Web-{D31C0F67-7C86-8F30-9E31-325BA01C7F93}" dt="2026-06-20T01:05:59.681" v="103" actId="20577"/>
          <ac:spMkLst>
            <pc:docMk/>
            <pc:sldMk cId="1873572007" sldId="313"/>
            <ac:spMk id="5" creationId="{B4159E74-F8CA-93AF-747C-879A0350697F}"/>
          </ac:spMkLst>
        </pc:spChg>
      </pc:sldChg>
      <pc:sldChg chg="modSp">
        <pc:chgData name="Guest User" userId="" providerId="Windows Live" clId="Web-{D31C0F67-7C86-8F30-9E31-325BA01C7F93}" dt="2026-06-20T01:05:53.994" v="101" actId="20577"/>
        <pc:sldMkLst>
          <pc:docMk/>
          <pc:sldMk cId="349553700" sldId="314"/>
        </pc:sldMkLst>
        <pc:spChg chg="mod">
          <ac:chgData name="Guest User" userId="" providerId="Windows Live" clId="Web-{D31C0F67-7C86-8F30-9E31-325BA01C7F93}" dt="2026-06-20T01:05:53.994" v="101" actId="20577"/>
          <ac:spMkLst>
            <pc:docMk/>
            <pc:sldMk cId="349553700" sldId="314"/>
            <ac:spMk id="5" creationId="{F1B12C74-58DB-7036-4BF1-15F1ECE57E23}"/>
          </ac:spMkLst>
        </pc:spChg>
      </pc:sldChg>
      <pc:sldChg chg="addSp delSp modSp ord modNotes">
        <pc:chgData name="Guest User" userId="" providerId="Windows Live" clId="Web-{D31C0F67-7C86-8F30-9E31-325BA01C7F93}" dt="2026-06-21T12:02:36.822" v="829"/>
        <pc:sldMkLst>
          <pc:docMk/>
          <pc:sldMk cId="279341735" sldId="315"/>
        </pc:sldMkLst>
        <pc:spChg chg="add mod">
          <ac:chgData name="Guest User" userId="" providerId="Windows Live" clId="Web-{D31C0F67-7C86-8F30-9E31-325BA01C7F93}" dt="2026-06-21T11:33:01.636" v="672" actId="1076"/>
          <ac:spMkLst>
            <pc:docMk/>
            <pc:sldMk cId="279341735" sldId="315"/>
            <ac:spMk id="2" creationId="{11CE8A03-0909-212B-746A-E6EBEF8EAAD5}"/>
          </ac:spMkLst>
        </pc:spChg>
        <pc:spChg chg="mod">
          <ac:chgData name="Guest User" userId="" providerId="Windows Live" clId="Web-{D31C0F67-7C86-8F30-9E31-325BA01C7F93}" dt="2026-06-21T08:39:47.295" v="426" actId="1076"/>
          <ac:spMkLst>
            <pc:docMk/>
            <pc:sldMk cId="279341735" sldId="315"/>
            <ac:spMk id="3" creationId="{2DD782BB-9043-2CDD-09F7-3091DD0D05CB}"/>
          </ac:spMkLst>
        </pc:spChg>
        <pc:spChg chg="mod">
          <ac:chgData name="Guest User" userId="" providerId="Windows Live" clId="Web-{D31C0F67-7C86-8F30-9E31-325BA01C7F93}" dt="2026-06-20T01:05:25.508" v="89" actId="20577"/>
          <ac:spMkLst>
            <pc:docMk/>
            <pc:sldMk cId="279341735" sldId="315"/>
            <ac:spMk id="5" creationId="{03C70FD4-3DE8-59AF-8176-A93FC1E1ADB5}"/>
          </ac:spMkLst>
        </pc:spChg>
        <pc:spChg chg="mod">
          <ac:chgData name="Guest User" userId="" providerId="Windows Live" clId="Web-{D31C0F67-7C86-8F30-9E31-325BA01C7F93}" dt="2026-06-21T11:32:39.698" v="669" actId="1076"/>
          <ac:spMkLst>
            <pc:docMk/>
            <pc:sldMk cId="279341735" sldId="315"/>
            <ac:spMk id="10" creationId="{140BFE8A-5235-99DE-0580-347512C022B1}"/>
          </ac:spMkLst>
        </pc:spChg>
        <pc:spChg chg="del">
          <ac:chgData name="Guest User" userId="" providerId="Windows Live" clId="Web-{D31C0F67-7C86-8F30-9E31-325BA01C7F93}" dt="2026-06-20T00:19:12.194" v="26"/>
          <ac:spMkLst>
            <pc:docMk/>
            <pc:sldMk cId="279341735" sldId="315"/>
            <ac:spMk id="11" creationId="{1CF98F5B-8B17-D074-0839-983A37A8F0D2}"/>
          </ac:spMkLst>
        </pc:spChg>
        <pc:spChg chg="mod">
          <ac:chgData name="Guest User" userId="" providerId="Windows Live" clId="Web-{D31C0F67-7C86-8F30-9E31-325BA01C7F93}" dt="2026-06-21T11:32:56.339" v="671" actId="1076"/>
          <ac:spMkLst>
            <pc:docMk/>
            <pc:sldMk cId="279341735" sldId="315"/>
            <ac:spMk id="15" creationId="{B29D2292-BC10-3F04-D77D-3A6C26CFB81F}"/>
          </ac:spMkLst>
        </pc:spChg>
        <pc:picChg chg="mod">
          <ac:chgData name="Guest User" userId="" providerId="Windows Live" clId="Web-{D31C0F67-7C86-8F30-9E31-325BA01C7F93}" dt="2026-06-21T11:33:10.089" v="673" actId="1076"/>
          <ac:picMkLst>
            <pc:docMk/>
            <pc:sldMk cId="279341735" sldId="315"/>
            <ac:picMk id="8" creationId="{3AEFA877-764E-6288-7542-68BA243A30C6}"/>
          </ac:picMkLst>
        </pc:picChg>
      </pc:sldChg>
      <pc:sldChg chg="modSp">
        <pc:chgData name="Guest User" userId="" providerId="Windows Live" clId="Web-{D31C0F67-7C86-8F30-9E31-325BA01C7F93}" dt="2026-06-20T01:06:48.761" v="120" actId="20577"/>
        <pc:sldMkLst>
          <pc:docMk/>
          <pc:sldMk cId="2185060265" sldId="317"/>
        </pc:sldMkLst>
        <pc:spChg chg="mod">
          <ac:chgData name="Guest User" userId="" providerId="Windows Live" clId="Web-{D31C0F67-7C86-8F30-9E31-325BA01C7F93}" dt="2026-06-20T01:06:48.761" v="120" actId="20577"/>
          <ac:spMkLst>
            <pc:docMk/>
            <pc:sldMk cId="2185060265" sldId="317"/>
            <ac:spMk id="5" creationId="{BA7CADBE-9033-BB32-454A-903C81716CB9}"/>
          </ac:spMkLst>
        </pc:spChg>
      </pc:sldChg>
      <pc:sldChg chg="modSp">
        <pc:chgData name="Guest User" userId="" providerId="Windows Live" clId="Web-{D31C0F67-7C86-8F30-9E31-325BA01C7F93}" dt="2026-06-20T01:07:13.247" v="127" actId="20577"/>
        <pc:sldMkLst>
          <pc:docMk/>
          <pc:sldMk cId="1671802680" sldId="319"/>
        </pc:sldMkLst>
        <pc:spChg chg="mod">
          <ac:chgData name="Guest User" userId="" providerId="Windows Live" clId="Web-{D31C0F67-7C86-8F30-9E31-325BA01C7F93}" dt="2026-06-20T01:07:13.247" v="127" actId="20577"/>
          <ac:spMkLst>
            <pc:docMk/>
            <pc:sldMk cId="1671802680" sldId="319"/>
            <ac:spMk id="5" creationId="{753AE066-825A-EF2B-3504-1149145DC6D7}"/>
          </ac:spMkLst>
        </pc:spChg>
      </pc:sldChg>
      <pc:sldChg chg="del">
        <pc:chgData name="Guest User" userId="" providerId="Windows Live" clId="Web-{D31C0F67-7C86-8F30-9E31-325BA01C7F93}" dt="2026-06-20T00:05:11.419" v="0"/>
        <pc:sldMkLst>
          <pc:docMk/>
          <pc:sldMk cId="2820024890" sldId="320"/>
        </pc:sldMkLst>
      </pc:sldChg>
      <pc:sldChg chg="modSp">
        <pc:chgData name="Guest User" userId="" providerId="Windows Live" clId="Web-{D31C0F67-7C86-8F30-9E31-325BA01C7F93}" dt="2026-06-20T01:07:19.684" v="130" actId="20577"/>
        <pc:sldMkLst>
          <pc:docMk/>
          <pc:sldMk cId="509984010" sldId="321"/>
        </pc:sldMkLst>
        <pc:spChg chg="mod">
          <ac:chgData name="Guest User" userId="" providerId="Windows Live" clId="Web-{D31C0F67-7C86-8F30-9E31-325BA01C7F93}" dt="2026-06-20T01:07:19.684" v="130" actId="20577"/>
          <ac:spMkLst>
            <pc:docMk/>
            <pc:sldMk cId="509984010" sldId="321"/>
            <ac:spMk id="5" creationId="{F39839EE-D031-BEFF-36CA-35644D4DAE70}"/>
          </ac:spMkLst>
        </pc:spChg>
      </pc:sldChg>
      <pc:sldChg chg="modSp modNotes">
        <pc:chgData name="Guest User" userId="" providerId="Windows Live" clId="Web-{D31C0F67-7C86-8F30-9E31-325BA01C7F93}" dt="2026-06-21T12:26:13.458" v="835"/>
        <pc:sldMkLst>
          <pc:docMk/>
          <pc:sldMk cId="2692295018" sldId="322"/>
        </pc:sldMkLst>
        <pc:spChg chg="mod">
          <ac:chgData name="Guest User" userId="" providerId="Windows Live" clId="Web-{D31C0F67-7C86-8F30-9E31-325BA01C7F93}" dt="2026-06-21T11:47:40.361" v="814" actId="20577"/>
          <ac:spMkLst>
            <pc:docMk/>
            <pc:sldMk cId="2692295018" sldId="322"/>
            <ac:spMk id="9" creationId="{B1578541-BB8F-6393-83B1-53F289297E27}"/>
          </ac:spMkLst>
        </pc:spChg>
      </pc:sldChg>
      <pc:sldChg chg="modSp">
        <pc:chgData name="Guest User" userId="" providerId="Windows Live" clId="Web-{D31C0F67-7C86-8F30-9E31-325BA01C7F93}" dt="2026-06-21T08:52:10.536" v="554" actId="20577"/>
        <pc:sldMkLst>
          <pc:docMk/>
          <pc:sldMk cId="1286516957" sldId="325"/>
        </pc:sldMkLst>
        <pc:spChg chg="mod">
          <ac:chgData name="Guest User" userId="" providerId="Windows Live" clId="Web-{D31C0F67-7C86-8F30-9E31-325BA01C7F93}" dt="2026-06-21T08:52:10.536" v="554" actId="20577"/>
          <ac:spMkLst>
            <pc:docMk/>
            <pc:sldMk cId="1286516957" sldId="325"/>
            <ac:spMk id="3" creationId="{FB8C5FAB-FED8-4DD7-38AA-AF33C0CEA919}"/>
          </ac:spMkLst>
        </pc:spChg>
        <pc:spChg chg="mod">
          <ac:chgData name="Guest User" userId="" providerId="Windows Live" clId="Web-{D31C0F67-7C86-8F30-9E31-325BA01C7F93}" dt="2026-06-20T01:07:31.826" v="132" actId="20577"/>
          <ac:spMkLst>
            <pc:docMk/>
            <pc:sldMk cId="1286516957" sldId="325"/>
            <ac:spMk id="5" creationId="{EA9F149B-217D-C710-452B-35C926B3F2B1}"/>
          </ac:spMkLst>
        </pc:spChg>
      </pc:sldChg>
      <pc:sldChg chg="modSp">
        <pc:chgData name="Guest User" userId="" providerId="Windows Live" clId="Web-{D31C0F67-7C86-8F30-9E31-325BA01C7F93}" dt="2026-06-20T01:06:36.855" v="117" actId="20577"/>
        <pc:sldMkLst>
          <pc:docMk/>
          <pc:sldMk cId="1482425536" sldId="326"/>
        </pc:sldMkLst>
        <pc:spChg chg="mod">
          <ac:chgData name="Guest User" userId="" providerId="Windows Live" clId="Web-{D31C0F67-7C86-8F30-9E31-325BA01C7F93}" dt="2026-06-20T01:06:36.855" v="117" actId="20577"/>
          <ac:spMkLst>
            <pc:docMk/>
            <pc:sldMk cId="1482425536" sldId="326"/>
            <ac:spMk id="5" creationId="{ECF99AEA-3236-F1F2-EF0E-7183D4A42336}"/>
          </ac:spMkLst>
        </pc:spChg>
      </pc:sldChg>
      <pc:sldChg chg="modSp modNotes">
        <pc:chgData name="Guest User" userId="" providerId="Windows Live" clId="Web-{D31C0F67-7C86-8F30-9E31-325BA01C7F93}" dt="2026-06-21T11:47:17.188" v="809"/>
        <pc:sldMkLst>
          <pc:docMk/>
          <pc:sldMk cId="1675292018" sldId="327"/>
        </pc:sldMkLst>
        <pc:spChg chg="mod">
          <ac:chgData name="Guest User" userId="" providerId="Windows Live" clId="Web-{D31C0F67-7C86-8F30-9E31-325BA01C7F93}" dt="2026-06-20T01:05:47.087" v="98" actId="20577"/>
          <ac:spMkLst>
            <pc:docMk/>
            <pc:sldMk cId="1675292018" sldId="327"/>
            <ac:spMk id="5" creationId="{14BF4CA8-1009-5698-A5F6-579D09EBA936}"/>
          </ac:spMkLst>
        </pc:spChg>
        <pc:graphicFrameChg chg="mod modGraphic">
          <ac:chgData name="Guest User" userId="" providerId="Windows Live" clId="Web-{D31C0F67-7C86-8F30-9E31-325BA01C7F93}" dt="2026-06-21T11:37:58.099" v="794"/>
          <ac:graphicFrameMkLst>
            <pc:docMk/>
            <pc:sldMk cId="1675292018" sldId="327"/>
            <ac:graphicFrameMk id="2" creationId="{05F212D9-1D7C-02AF-36E0-E31E84C5D883}"/>
          </ac:graphicFrameMkLst>
        </pc:graphicFrameChg>
      </pc:sldChg>
      <pc:sldChg chg="modNotes">
        <pc:chgData name="Guest User" userId="" providerId="Windows Live" clId="Web-{D31C0F67-7C86-8F30-9E31-325BA01C7F93}" dt="2026-06-21T11:48:17.393" v="816"/>
        <pc:sldMkLst>
          <pc:docMk/>
          <pc:sldMk cId="4122451381" sldId="328"/>
        </pc:sldMkLst>
      </pc:sldChg>
      <pc:sldChg chg="modSp">
        <pc:chgData name="Guest User" userId="" providerId="Windows Live" clId="Web-{D31C0F67-7C86-8F30-9E31-325BA01C7F93}" dt="2026-06-20T01:06:26.120" v="115" actId="20577"/>
        <pc:sldMkLst>
          <pc:docMk/>
          <pc:sldMk cId="432113083" sldId="329"/>
        </pc:sldMkLst>
        <pc:spChg chg="mod">
          <ac:chgData name="Guest User" userId="" providerId="Windows Live" clId="Web-{D31C0F67-7C86-8F30-9E31-325BA01C7F93}" dt="2026-06-20T01:06:26.120" v="115" actId="20577"/>
          <ac:spMkLst>
            <pc:docMk/>
            <pc:sldMk cId="432113083" sldId="329"/>
            <ac:spMk id="5" creationId="{AA1672CB-8EDA-943D-BB1C-01276E5CC041}"/>
          </ac:spMkLst>
        </pc:spChg>
      </pc:sldChg>
      <pc:sldChg chg="modSp">
        <pc:chgData name="Guest User" userId="" providerId="Windows Live" clId="Web-{D31C0F67-7C86-8F30-9E31-325BA01C7F93}" dt="2026-06-20T01:06:21.932" v="112" actId="20577"/>
        <pc:sldMkLst>
          <pc:docMk/>
          <pc:sldMk cId="1556145003" sldId="330"/>
        </pc:sldMkLst>
        <pc:spChg chg="mod">
          <ac:chgData name="Guest User" userId="" providerId="Windows Live" clId="Web-{D31C0F67-7C86-8F30-9E31-325BA01C7F93}" dt="2026-06-20T01:06:21.932" v="112" actId="20577"/>
          <ac:spMkLst>
            <pc:docMk/>
            <pc:sldMk cId="1556145003" sldId="330"/>
            <ac:spMk id="5" creationId="{AA1672CB-8EDA-943D-BB1C-01276E5CC041}"/>
          </ac:spMkLst>
        </pc:spChg>
      </pc:sldChg>
      <pc:sldChg chg="modSp">
        <pc:chgData name="Guest User" userId="" providerId="Windows Live" clId="Web-{D31C0F67-7C86-8F30-9E31-325BA01C7F93}" dt="2026-06-20T01:06:58.621" v="122" actId="20577"/>
        <pc:sldMkLst>
          <pc:docMk/>
          <pc:sldMk cId="4221050866" sldId="331"/>
        </pc:sldMkLst>
        <pc:spChg chg="mod">
          <ac:chgData name="Guest User" userId="" providerId="Windows Live" clId="Web-{D31C0F67-7C86-8F30-9E31-325BA01C7F93}" dt="2026-06-20T01:06:58.621" v="122" actId="20577"/>
          <ac:spMkLst>
            <pc:docMk/>
            <pc:sldMk cId="4221050866" sldId="331"/>
            <ac:spMk id="5" creationId="{AA1672CB-8EDA-943D-BB1C-01276E5CC041}"/>
          </ac:spMkLst>
        </pc:spChg>
      </pc:sldChg>
      <pc:sldChg chg="modSp">
        <pc:chgData name="Guest User" userId="" providerId="Windows Live" clId="Web-{D31C0F67-7C86-8F30-9E31-325BA01C7F93}" dt="2026-06-20T01:07:09.012" v="125" actId="20577"/>
        <pc:sldMkLst>
          <pc:docMk/>
          <pc:sldMk cId="1069575827" sldId="332"/>
        </pc:sldMkLst>
        <pc:spChg chg="mod">
          <ac:chgData name="Guest User" userId="" providerId="Windows Live" clId="Web-{D31C0F67-7C86-8F30-9E31-325BA01C7F93}" dt="2026-06-20T01:07:09.012" v="125" actId="20577"/>
          <ac:spMkLst>
            <pc:docMk/>
            <pc:sldMk cId="1069575827" sldId="332"/>
            <ac:spMk id="5" creationId="{AA1672CB-8EDA-943D-BB1C-01276E5CC041}"/>
          </ac:spMkLst>
        </pc:spChg>
      </pc:sldChg>
      <pc:sldChg chg="addSp delSp modSp add del ord modNotes">
        <pc:chgData name="Guest User" userId="" providerId="Windows Live" clId="Web-{D31C0F67-7C86-8F30-9E31-325BA01C7F93}" dt="2026-06-21T11:38:31.397" v="795"/>
        <pc:sldMkLst>
          <pc:docMk/>
          <pc:sldMk cId="3169432250" sldId="334"/>
        </pc:sldMkLst>
        <pc:spChg chg="mod">
          <ac:chgData name="Guest User" userId="" providerId="Windows Live" clId="Web-{D31C0F67-7C86-8F30-9E31-325BA01C7F93}" dt="2026-06-21T08:04:13.472" v="200" actId="20577"/>
          <ac:spMkLst>
            <pc:docMk/>
            <pc:sldMk cId="3169432250" sldId="334"/>
            <ac:spMk id="6" creationId="{8B22F739-09DA-7BB4-68D4-6FC46C91D79D}"/>
          </ac:spMkLst>
        </pc:spChg>
        <pc:spChg chg="mod">
          <ac:chgData name="Guest User" userId="" providerId="Windows Live" clId="Web-{D31C0F67-7C86-8F30-9E31-325BA01C7F93}" dt="2026-06-21T07:47:30.379" v="175" actId="14100"/>
          <ac:spMkLst>
            <pc:docMk/>
            <pc:sldMk cId="3169432250" sldId="334"/>
            <ac:spMk id="7" creationId="{4B7B513A-3BA1-9D65-199A-478472D32D41}"/>
          </ac:spMkLst>
        </pc:spChg>
        <pc:spChg chg="del mod topLvl">
          <ac:chgData name="Guest User" userId="" providerId="Windows Live" clId="Web-{D31C0F67-7C86-8F30-9E31-325BA01C7F93}" dt="2026-06-21T08:04:00.769" v="188"/>
          <ac:spMkLst>
            <pc:docMk/>
            <pc:sldMk cId="3169432250" sldId="334"/>
            <ac:spMk id="8" creationId="{E8D19BE6-6EDA-6E53-EE2F-D1AF13024765}"/>
          </ac:spMkLst>
        </pc:spChg>
        <pc:spChg chg="add mod">
          <ac:chgData name="Guest User" userId="" providerId="Windows Live" clId="Web-{D31C0F67-7C86-8F30-9E31-325BA01C7F93}" dt="2026-06-21T08:40:30.327" v="434" actId="14100"/>
          <ac:spMkLst>
            <pc:docMk/>
            <pc:sldMk cId="3169432250" sldId="334"/>
            <ac:spMk id="13" creationId="{0F87B3BD-D51E-5523-62D3-3C3AC2181D38}"/>
          </ac:spMkLst>
        </pc:spChg>
        <pc:spChg chg="add mod">
          <ac:chgData name="Guest User" userId="" providerId="Windows Live" clId="Web-{D31C0F67-7C86-8F30-9E31-325BA01C7F93}" dt="2026-06-21T11:38:31.397" v="795"/>
          <ac:spMkLst>
            <pc:docMk/>
            <pc:sldMk cId="3169432250" sldId="334"/>
            <ac:spMk id="14" creationId="{B430C8FB-8206-EE92-379F-8E0CE673094F}"/>
          </ac:spMkLst>
        </pc:spChg>
        <pc:spChg chg="add mod">
          <ac:chgData name="Guest User" userId="" providerId="Windows Live" clId="Web-{D31C0F67-7C86-8F30-9E31-325BA01C7F93}" dt="2026-06-21T08:40:18.296" v="429" actId="14100"/>
          <ac:spMkLst>
            <pc:docMk/>
            <pc:sldMk cId="3169432250" sldId="334"/>
            <ac:spMk id="16" creationId="{DF183249-E0AD-CFF9-1EC3-E8B998677E0F}"/>
          </ac:spMkLst>
        </pc:spChg>
        <pc:spChg chg="del mod">
          <ac:chgData name="Guest User" userId="" providerId="Windows Live" clId="Web-{D31C0F67-7C86-8F30-9E31-325BA01C7F93}" dt="2026-06-21T08:04:05.503" v="190"/>
          <ac:spMkLst>
            <pc:docMk/>
            <pc:sldMk cId="3169432250" sldId="334"/>
            <ac:spMk id="17" creationId="{209A977E-E328-40A7-56B8-F14C67FB37F1}"/>
          </ac:spMkLst>
        </pc:spChg>
        <pc:spChg chg="del">
          <ac:chgData name="Guest User" userId="" providerId="Windows Live" clId="Web-{D31C0F67-7C86-8F30-9E31-325BA01C7F93}" dt="2026-06-21T08:03:56.956" v="187"/>
          <ac:spMkLst>
            <pc:docMk/>
            <pc:sldMk cId="3169432250" sldId="334"/>
            <ac:spMk id="19" creationId="{5AF75875-ACF2-DF0F-4493-5370B8BCBADF}"/>
          </ac:spMkLst>
        </pc:spChg>
        <pc:grpChg chg="del mod">
          <ac:chgData name="Guest User" userId="" providerId="Windows Live" clId="Web-{D31C0F67-7C86-8F30-9E31-325BA01C7F93}" dt="2026-06-21T08:04:04.019" v="189"/>
          <ac:grpSpMkLst>
            <pc:docMk/>
            <pc:sldMk cId="3169432250" sldId="334"/>
            <ac:grpSpMk id="23" creationId="{16533890-0A25-50D9-E098-7449585833FC}"/>
          </ac:grpSpMkLst>
        </pc:grpChg>
        <pc:grpChg chg="del mod">
          <ac:chgData name="Guest User" userId="" providerId="Windows Live" clId="Web-{D31C0F67-7C86-8F30-9E31-325BA01C7F93}" dt="2026-06-21T08:03:55.128" v="186"/>
          <ac:grpSpMkLst>
            <pc:docMk/>
            <pc:sldMk cId="3169432250" sldId="334"/>
            <ac:grpSpMk id="24" creationId="{46B415A3-9067-A774-52F4-EEDBAE2CC632}"/>
          </ac:grpSpMkLst>
        </pc:grpChg>
        <pc:grpChg chg="del mod">
          <ac:chgData name="Guest User" userId="" providerId="Windows Live" clId="Web-{D31C0F67-7C86-8F30-9E31-325BA01C7F93}" dt="2026-06-21T08:04:00.769" v="188"/>
          <ac:grpSpMkLst>
            <pc:docMk/>
            <pc:sldMk cId="3169432250" sldId="334"/>
            <ac:grpSpMk id="25" creationId="{EFF23F05-480D-8CD1-441A-48F79BEAD906}"/>
          </ac:grpSpMkLst>
        </pc:grpChg>
        <pc:picChg chg="add del mod">
          <ac:chgData name="Guest User" userId="" providerId="Windows Live" clId="Web-{D31C0F67-7C86-8F30-9E31-325BA01C7F93}" dt="2026-06-21T08:10:55.584" v="212"/>
          <ac:picMkLst>
            <pc:docMk/>
            <pc:sldMk cId="3169432250" sldId="334"/>
            <ac:picMk id="2" creationId="{F865D87B-D53A-0FFA-DEB1-29C063949333}"/>
          </ac:picMkLst>
        </pc:picChg>
        <pc:picChg chg="add del mod">
          <ac:chgData name="Guest User" userId="" providerId="Windows Live" clId="Web-{D31C0F67-7C86-8F30-9E31-325BA01C7F93}" dt="2026-06-21T08:14:09.434" v="397"/>
          <ac:picMkLst>
            <pc:docMk/>
            <pc:sldMk cId="3169432250" sldId="334"/>
            <ac:picMk id="3" creationId="{C6336762-5D9A-124A-7CF5-D5E4B78A8B8E}"/>
          </ac:picMkLst>
        </pc:picChg>
        <pc:picChg chg="add del mod">
          <ac:chgData name="Guest User" userId="" providerId="Windows Live" clId="Web-{D31C0F67-7C86-8F30-9E31-325BA01C7F93}" dt="2026-06-21T08:10:56.881" v="213"/>
          <ac:picMkLst>
            <pc:docMk/>
            <pc:sldMk cId="3169432250" sldId="334"/>
            <ac:picMk id="9" creationId="{9C7BA0D1-ECA8-FA35-615C-D6758FF7DA0A}"/>
          </ac:picMkLst>
        </pc:picChg>
        <pc:picChg chg="add mod">
          <ac:chgData name="Guest User" userId="" providerId="Windows Live" clId="Web-{D31C0F67-7C86-8F30-9E31-325BA01C7F93}" dt="2026-06-21T08:11:09.444" v="218" actId="1076"/>
          <ac:picMkLst>
            <pc:docMk/>
            <pc:sldMk cId="3169432250" sldId="334"/>
            <ac:picMk id="11" creationId="{88CAA4AC-530B-A836-2CBC-BB4395F51F5E}"/>
          </ac:picMkLst>
        </pc:picChg>
        <pc:picChg chg="del topLvl">
          <ac:chgData name="Guest User" userId="" providerId="Windows Live" clId="Web-{D31C0F67-7C86-8F30-9E31-325BA01C7F93}" dt="2026-06-21T08:04:40.660" v="207"/>
          <ac:picMkLst>
            <pc:docMk/>
            <pc:sldMk cId="3169432250" sldId="334"/>
            <ac:picMk id="12" creationId="{A401C2A1-6843-B3F5-9B47-AD04101CA91E}"/>
          </ac:picMkLst>
        </pc:picChg>
      </pc:sldChg>
      <pc:sldChg chg="delSp modSp modNotes">
        <pc:chgData name="Guest User" userId="" providerId="Windows Live" clId="Web-{D31C0F67-7C86-8F30-9E31-325BA01C7F93}" dt="2026-06-21T11:42:21.842" v="805"/>
        <pc:sldMkLst>
          <pc:docMk/>
          <pc:sldMk cId="1961443699" sldId="335"/>
        </pc:sldMkLst>
        <pc:spChg chg="mod">
          <ac:chgData name="Guest User" userId="" providerId="Windows Live" clId="Web-{D31C0F67-7C86-8F30-9E31-325BA01C7F93}" dt="2026-06-20T01:05:40.462" v="95" actId="20577"/>
          <ac:spMkLst>
            <pc:docMk/>
            <pc:sldMk cId="1961443699" sldId="335"/>
            <ac:spMk id="5" creationId="{8AC94E97-200D-4461-807B-2644363A791B}"/>
          </ac:spMkLst>
        </pc:spChg>
        <pc:spChg chg="del">
          <ac:chgData name="Guest User" userId="" providerId="Windows Live" clId="Web-{D31C0F67-7C86-8F30-9E31-325BA01C7F93}" dt="2026-06-20T00:18:54.787" v="22"/>
          <ac:spMkLst>
            <pc:docMk/>
            <pc:sldMk cId="1961443699" sldId="335"/>
            <ac:spMk id="6" creationId="{AE0BD9E8-6385-2D2D-78A9-32F5BA531DA2}"/>
          </ac:spMkLst>
        </pc:spChg>
        <pc:spChg chg="mod">
          <ac:chgData name="Guest User" userId="" providerId="Windows Live" clId="Web-{D31C0F67-7C86-8F30-9E31-325BA01C7F93}" dt="2026-06-21T11:33:34.450" v="674"/>
          <ac:spMkLst>
            <pc:docMk/>
            <pc:sldMk cId="1961443699" sldId="335"/>
            <ac:spMk id="12" creationId="{A69384C5-CAB8-D450-1217-06E3C02D71F4}"/>
          </ac:spMkLst>
        </pc:spChg>
        <pc:spChg chg="mod">
          <ac:chgData name="Guest User" userId="" providerId="Windows Live" clId="Web-{D31C0F67-7C86-8F30-9E31-325BA01C7F93}" dt="2026-06-21T11:33:38.028" v="675"/>
          <ac:spMkLst>
            <pc:docMk/>
            <pc:sldMk cId="1961443699" sldId="335"/>
            <ac:spMk id="15" creationId="{353A4D09-0F04-739D-693A-59C0A0126910}"/>
          </ac:spMkLst>
        </pc:spChg>
        <pc:spChg chg="mod">
          <ac:chgData name="Guest User" userId="" providerId="Windows Live" clId="Web-{D31C0F67-7C86-8F30-9E31-325BA01C7F93}" dt="2026-06-21T11:33:40.731" v="676"/>
          <ac:spMkLst>
            <pc:docMk/>
            <pc:sldMk cId="1961443699" sldId="335"/>
            <ac:spMk id="18" creationId="{4C4F9AA8-EFBB-055B-0A85-36983CCD00D5}"/>
          </ac:spMkLst>
        </pc:spChg>
        <pc:spChg chg="del">
          <ac:chgData name="Guest User" userId="" providerId="Windows Live" clId="Web-{D31C0F67-7C86-8F30-9E31-325BA01C7F93}" dt="2026-06-20T00:18:56.256" v="23"/>
          <ac:spMkLst>
            <pc:docMk/>
            <pc:sldMk cId="1961443699" sldId="335"/>
            <ac:spMk id="19" creationId="{2F0A8C7C-FE2A-24CA-7FC3-A91C12B34D91}"/>
          </ac:spMkLst>
        </pc:spChg>
        <pc:spChg chg="del">
          <ac:chgData name="Guest User" userId="" providerId="Windows Live" clId="Web-{D31C0F67-7C86-8F30-9E31-325BA01C7F93}" dt="2026-06-20T00:18:59.256" v="25"/>
          <ac:spMkLst>
            <pc:docMk/>
            <pc:sldMk cId="1961443699" sldId="335"/>
            <ac:spMk id="20" creationId="{1B0BF538-2548-3A50-9900-C42CC48700D0}"/>
          </ac:spMkLst>
        </pc:spChg>
        <pc:spChg chg="del">
          <ac:chgData name="Guest User" userId="" providerId="Windows Live" clId="Web-{D31C0F67-7C86-8F30-9E31-325BA01C7F93}" dt="2026-06-20T00:18:58.115" v="24"/>
          <ac:spMkLst>
            <pc:docMk/>
            <pc:sldMk cId="1961443699" sldId="335"/>
            <ac:spMk id="21" creationId="{25DE4ECF-7B8E-E953-EE2C-9FF06372EBC4}"/>
          </ac:spMkLst>
        </pc:spChg>
      </pc:sldChg>
      <pc:sldChg chg="modSp modNotes">
        <pc:chgData name="Guest User" userId="" providerId="Windows Live" clId="Web-{D31C0F67-7C86-8F30-9E31-325BA01C7F93}" dt="2026-06-21T12:03:11.057" v="833"/>
        <pc:sldMkLst>
          <pc:docMk/>
          <pc:sldMk cId="4290140928" sldId="336"/>
        </pc:sldMkLst>
        <pc:spChg chg="mod">
          <ac:chgData name="Guest User" userId="" providerId="Windows Live" clId="Web-{D31C0F67-7C86-8F30-9E31-325BA01C7F93}" dt="2026-06-20T01:05:30.805" v="91" actId="20577"/>
          <ac:spMkLst>
            <pc:docMk/>
            <pc:sldMk cId="4290140928" sldId="336"/>
            <ac:spMk id="5" creationId="{4FAA4B61-43D7-3461-A3B4-5009946BF70C}"/>
          </ac:spMkLst>
        </pc:spChg>
      </pc:sldChg>
      <pc:sldChg chg="modSp modNotes">
        <pc:chgData name="Guest User" userId="" providerId="Windows Live" clId="Web-{D31C0F67-7C86-8F30-9E31-325BA01C7F93}" dt="2026-06-21T08:43:06.785" v="461"/>
        <pc:sldMkLst>
          <pc:docMk/>
          <pc:sldMk cId="2800719523" sldId="342"/>
        </pc:sldMkLst>
        <pc:spChg chg="mod">
          <ac:chgData name="Guest User" userId="" providerId="Windows Live" clId="Web-{D31C0F67-7C86-8F30-9E31-325BA01C7F93}" dt="2026-06-20T00:14:09.212" v="10" actId="20577"/>
          <ac:spMkLst>
            <pc:docMk/>
            <pc:sldMk cId="2800719523" sldId="342"/>
            <ac:spMk id="6" creationId="{475096F7-9FBB-90DF-D72C-4A36D11C2B96}"/>
          </ac:spMkLst>
        </pc:spChg>
      </pc:sldChg>
      <pc:sldChg chg="addSp delSp modSp del">
        <pc:chgData name="Guest User" userId="" providerId="Windows Live" clId="Web-{D31C0F67-7C86-8F30-9E31-325BA01C7F93}" dt="2026-06-21T07:45:25.702" v="134"/>
        <pc:sldMkLst>
          <pc:docMk/>
          <pc:sldMk cId="1162094879" sldId="349"/>
        </pc:sldMkLst>
        <pc:spChg chg="add mod">
          <ac:chgData name="Guest User" userId="" providerId="Windows Live" clId="Web-{D31C0F67-7C86-8F30-9E31-325BA01C7F93}" dt="2026-06-20T00:23:30.017" v="72" actId="20577"/>
          <ac:spMkLst>
            <pc:docMk/>
            <pc:sldMk cId="1162094879" sldId="349"/>
            <ac:spMk id="3" creationId="{8F38F1D2-2C67-3CF8-B780-E8F64E707136}"/>
          </ac:spMkLst>
        </pc:spChg>
        <pc:spChg chg="del mod">
          <ac:chgData name="Guest User" userId="" providerId="Windows Live" clId="Web-{D31C0F67-7C86-8F30-9E31-325BA01C7F93}" dt="2026-06-20T00:15:31.137" v="18"/>
          <ac:spMkLst>
            <pc:docMk/>
            <pc:sldMk cId="1162094879" sldId="349"/>
            <ac:spMk id="6" creationId="{7A322830-1BD7-7299-6B86-7077F1442DBF}"/>
          </ac:spMkLst>
        </pc:spChg>
        <pc:spChg chg="add del">
          <ac:chgData name="Guest User" userId="" providerId="Windows Live" clId="Web-{D31C0F67-7C86-8F30-9E31-325BA01C7F93}" dt="2026-06-20T00:25:52.803" v="75"/>
          <ac:spMkLst>
            <pc:docMk/>
            <pc:sldMk cId="1162094879" sldId="349"/>
            <ac:spMk id="9" creationId="{9F880D5F-7195-41C7-9B13-3ABEDB22A414}"/>
          </ac:spMkLst>
        </pc:spChg>
        <pc:graphicFrameChg chg="add del mod modGraphic">
          <ac:chgData name="Guest User" userId="" providerId="Windows Live" clId="Web-{D31C0F67-7C86-8F30-9E31-325BA01C7F93}" dt="2026-06-20T00:23:45.298" v="73"/>
          <ac:graphicFrameMkLst>
            <pc:docMk/>
            <pc:sldMk cId="1162094879" sldId="349"/>
            <ac:graphicFrameMk id="8" creationId="{4F9469C4-C423-8B75-DA80-3656B891E1AF}"/>
          </ac:graphicFrameMkLst>
        </pc:graphicFrameChg>
        <pc:cxnChg chg="add del mod">
          <ac:chgData name="Guest User" userId="" providerId="Windows Live" clId="Web-{D31C0F67-7C86-8F30-9E31-325BA01C7F93}" dt="2026-06-20T00:22:25.764" v="35"/>
          <ac:cxnSpMkLst>
            <pc:docMk/>
            <pc:sldMk cId="1162094879" sldId="349"/>
            <ac:cxnSpMk id="4" creationId="{45F576B1-7408-B006-EC22-0066054D59AF}"/>
          </ac:cxnSpMkLst>
        </pc:cxnChg>
        <pc:cxnChg chg="add del mod">
          <ac:chgData name="Guest User" userId="" providerId="Windows Live" clId="Web-{D31C0F67-7C86-8F30-9E31-325BA01C7F93}" dt="2026-06-20T00:22:25.186" v="34"/>
          <ac:cxnSpMkLst>
            <pc:docMk/>
            <pc:sldMk cId="1162094879" sldId="349"/>
            <ac:cxnSpMk id="7" creationId="{A8C95984-3246-3B4A-48BA-5B4CD8E086BC}"/>
          </ac:cxnSpMkLst>
        </pc:cxnChg>
      </pc:sldChg>
      <pc:sldChg chg="modSp del">
        <pc:chgData name="Guest User" userId="" providerId="Windows Live" clId="Web-{D31C0F67-7C86-8F30-9E31-325BA01C7F93}" dt="2026-06-21T11:39:37.540" v="802"/>
        <pc:sldMkLst>
          <pc:docMk/>
          <pc:sldMk cId="1742504945" sldId="350"/>
        </pc:sldMkLst>
        <pc:spChg chg="mod">
          <ac:chgData name="Guest User" userId="" providerId="Windows Live" clId="Web-{D31C0F67-7C86-8F30-9E31-325BA01C7F93}" dt="2026-06-20T01:05:17.242" v="85" actId="20577"/>
          <ac:spMkLst>
            <pc:docMk/>
            <pc:sldMk cId="1742504945" sldId="350"/>
            <ac:spMk id="5" creationId="{CF1403B9-8C18-FC11-A2CB-971786DBA9D8}"/>
          </ac:spMkLst>
        </pc:spChg>
        <pc:spChg chg="mod">
          <ac:chgData name="Guest User" userId="" providerId="Windows Live" clId="Web-{D31C0F67-7C86-8F30-9E31-325BA01C7F93}" dt="2026-06-21T11:39:28.133" v="800" actId="20577"/>
          <ac:spMkLst>
            <pc:docMk/>
            <pc:sldMk cId="1742504945" sldId="350"/>
            <ac:spMk id="6" creationId="{D548CC54-2B78-B7AB-B5CC-328DB462B05E}"/>
          </ac:spMkLst>
        </pc:spChg>
      </pc:sldChg>
      <pc:sldChg chg="add del replId">
        <pc:chgData name="Guest User" userId="" providerId="Windows Live" clId="Web-{D31C0F67-7C86-8F30-9E31-325BA01C7F93}" dt="2026-06-21T07:47:45.614" v="184"/>
        <pc:sldMkLst>
          <pc:docMk/>
          <pc:sldMk cId="1888768252" sldId="351"/>
        </pc:sldMkLst>
      </pc:sldChg>
      <pc:sldChg chg="modSp add replId modNotes">
        <pc:chgData name="Guest User" userId="" providerId="Windows Live" clId="Web-{D31C0F67-7C86-8F30-9E31-325BA01C7F93}" dt="2026-06-21T12:00:01.723" v="818"/>
        <pc:sldMkLst>
          <pc:docMk/>
          <pc:sldMk cId="2322436950" sldId="351"/>
        </pc:sldMkLst>
        <pc:spChg chg="mod">
          <ac:chgData name="Guest User" userId="" providerId="Windows Live" clId="Web-{D31C0F67-7C86-8F30-9E31-325BA01C7F93}" dt="2026-06-21T08:40:41.249" v="435" actId="20577"/>
          <ac:spMkLst>
            <pc:docMk/>
            <pc:sldMk cId="2322436950" sldId="351"/>
            <ac:spMk id="17" creationId="{5502370D-1FCA-FB2B-2468-33017AE48CC5}"/>
          </ac:spMkLst>
        </pc:spChg>
      </pc:sldChg>
      <pc:sldChg chg="addSp delSp modSp add del replId">
        <pc:chgData name="Guest User" userId="" providerId="Windows Live" clId="Web-{D31C0F67-7C86-8F30-9E31-325BA01C7F93}" dt="2026-06-21T09:01:38.351" v="622"/>
        <pc:sldMkLst>
          <pc:docMk/>
          <pc:sldMk cId="2334837964" sldId="352"/>
        </pc:sldMkLst>
        <pc:spChg chg="add del mod">
          <ac:chgData name="Guest User" userId="" providerId="Windows Live" clId="Web-{D31C0F67-7C86-8F30-9E31-325BA01C7F93}" dt="2026-06-21T09:01:37.694" v="621"/>
          <ac:spMkLst>
            <pc:docMk/>
            <pc:sldMk cId="2334837964" sldId="352"/>
            <ac:spMk id="3" creationId="{3FE23E43-4385-D562-A075-AD4260EB5E8E}"/>
          </ac:spMkLst>
        </pc:spChg>
      </pc:sldChg>
      <pc:sldChg chg="addSp delSp modSp add replId">
        <pc:chgData name="Guest User" userId="" providerId="Windows Live" clId="Web-{D31C0F67-7C86-8F30-9E31-325BA01C7F93}" dt="2026-06-21T11:39:43.525" v="803"/>
        <pc:sldMkLst>
          <pc:docMk/>
          <pc:sldMk cId="3912866312" sldId="353"/>
        </pc:sldMkLst>
        <pc:spChg chg="del mod">
          <ac:chgData name="Guest User" userId="" providerId="Windows Live" clId="Web-{D31C0F67-7C86-8F30-9E31-325BA01C7F93}" dt="2026-06-21T11:25:46.043" v="630"/>
          <ac:spMkLst>
            <pc:docMk/>
            <pc:sldMk cId="3912866312" sldId="353"/>
            <ac:spMk id="6" creationId="{15C9437E-E555-CE8A-015D-451D01286A4E}"/>
          </ac:spMkLst>
        </pc:spChg>
        <pc:spChg chg="add del">
          <ac:chgData name="Guest User" userId="" providerId="Windows Live" clId="Web-{D31C0F67-7C86-8F30-9E31-325BA01C7F93}" dt="2026-06-21T11:39:43.525" v="803"/>
          <ac:spMkLst>
            <pc:docMk/>
            <pc:sldMk cId="3912866312" sldId="353"/>
            <ac:spMk id="10" creationId="{42DDA676-3B98-7DBF-C3B2-62DE5BEB4AD5}"/>
          </ac:spMkLst>
        </pc:spChg>
        <pc:picChg chg="add del mod">
          <ac:chgData name="Guest User" userId="" providerId="Windows Live" clId="Web-{D31C0F67-7C86-8F30-9E31-325BA01C7F93}" dt="2026-06-21T11:25:40.199" v="626"/>
          <ac:picMkLst>
            <pc:docMk/>
            <pc:sldMk cId="3912866312" sldId="353"/>
            <ac:picMk id="3" creationId="{9221BE00-DE92-705E-107A-B4EE31F23E4A}"/>
          </ac:picMkLst>
        </pc:picChg>
        <pc:picChg chg="add del mod">
          <ac:chgData name="Guest User" userId="" providerId="Windows Live" clId="Web-{D31C0F67-7C86-8F30-9E31-325BA01C7F93}" dt="2026-06-21T11:27:19.078" v="634"/>
          <ac:picMkLst>
            <pc:docMk/>
            <pc:sldMk cId="3912866312" sldId="353"/>
            <ac:picMk id="4" creationId="{2B0ED4E7-8A34-4F0F-2B29-84AC9B17943A}"/>
          </ac:picMkLst>
        </pc:picChg>
        <pc:picChg chg="add del mod">
          <ac:chgData name="Guest User" userId="" providerId="Windows Live" clId="Web-{D31C0F67-7C86-8F30-9E31-325BA01C7F93}" dt="2026-06-21T11:29:08.503" v="637"/>
          <ac:picMkLst>
            <pc:docMk/>
            <pc:sldMk cId="3912866312" sldId="353"/>
            <ac:picMk id="7" creationId="{B3CC4DB5-76C2-3AC4-C726-028E66F168F3}"/>
          </ac:picMkLst>
        </pc:picChg>
        <pc:picChg chg="add mod">
          <ac:chgData name="Guest User" userId="" providerId="Windows Live" clId="Web-{D31C0F67-7C86-8F30-9E31-325BA01C7F93}" dt="2026-06-21T11:29:20.300" v="640" actId="1076"/>
          <ac:picMkLst>
            <pc:docMk/>
            <pc:sldMk cId="3912866312" sldId="353"/>
            <ac:picMk id="8" creationId="{194C7741-E1BF-9AE0-CFB9-E2C55742E32A}"/>
          </ac:picMkLst>
        </pc:picChg>
      </pc:sldChg>
    </pc:docChg>
  </pc:docChgLst>
  <pc:docChgLst>
    <pc:chgData name="Guest User" providerId="Windows Live" clId="Web-{CE31C44E-0BFD-582E-9B3F-6DF82ADE1536}"/>
    <pc:docChg chg="addSld delSld modSld sldOrd">
      <pc:chgData name="Guest User" userId="" providerId="Windows Live" clId="Web-{CE31C44E-0BFD-582E-9B3F-6DF82ADE1536}" dt="2026-06-18T10:22:43.801" v="1587" actId="20577"/>
      <pc:docMkLst>
        <pc:docMk/>
      </pc:docMkLst>
      <pc:sldChg chg="addSp delSp modSp">
        <pc:chgData name="Guest User" userId="" providerId="Windows Live" clId="Web-{CE31C44E-0BFD-582E-9B3F-6DF82ADE1536}" dt="2026-06-18T10:14:48.297" v="1546" actId="1076"/>
        <pc:sldMkLst>
          <pc:docMk/>
          <pc:sldMk cId="279341735" sldId="315"/>
        </pc:sldMkLst>
        <pc:spChg chg="mod">
          <ac:chgData name="Guest User" userId="" providerId="Windows Live" clId="Web-{CE31C44E-0BFD-582E-9B3F-6DF82ADE1536}" dt="2026-06-16T15:18:09.405" v="504" actId="20577"/>
          <ac:spMkLst>
            <pc:docMk/>
            <pc:sldMk cId="279341735" sldId="315"/>
            <ac:spMk id="6" creationId="{CBB9DA91-65CB-0A28-E540-8764476B51AE}"/>
          </ac:spMkLst>
        </pc:spChg>
        <pc:spChg chg="add">
          <ac:chgData name="Guest User" userId="" providerId="Windows Live" clId="Web-{CE31C44E-0BFD-582E-9B3F-6DF82ADE1536}" dt="2026-06-18T06:28:32.028" v="877"/>
          <ac:spMkLst>
            <pc:docMk/>
            <pc:sldMk cId="279341735" sldId="315"/>
            <ac:spMk id="9" creationId="{CB28CDFE-DE30-023E-E973-B6C6C655CB4C}"/>
          </ac:spMkLst>
        </pc:spChg>
        <pc:spChg chg="add mod">
          <ac:chgData name="Guest User" userId="" providerId="Windows Live" clId="Web-{CE31C44E-0BFD-582E-9B3F-6DF82ADE1536}" dt="2026-06-18T10:14:48.297" v="1546" actId="1076"/>
          <ac:spMkLst>
            <pc:docMk/>
            <pc:sldMk cId="279341735" sldId="315"/>
            <ac:spMk id="10" creationId="{140BFE8A-5235-99DE-0580-347512C022B1}"/>
          </ac:spMkLst>
        </pc:spChg>
        <pc:spChg chg="add del">
          <ac:chgData name="Guest User" userId="" providerId="Windows Live" clId="Web-{CE31C44E-0BFD-582E-9B3F-6DF82ADE1536}" dt="2026-06-18T06:33:13.382" v="915"/>
          <ac:spMkLst>
            <pc:docMk/>
            <pc:sldMk cId="279341735" sldId="315"/>
            <ac:spMk id="14" creationId="{A5106CF4-A4BB-C4C0-C257-10321DE5508B}"/>
          </ac:spMkLst>
        </pc:spChg>
        <pc:spChg chg="add mod">
          <ac:chgData name="Guest User" userId="" providerId="Windows Live" clId="Web-{CE31C44E-0BFD-582E-9B3F-6DF82ADE1536}" dt="2026-06-18T08:58:27.039" v="1049" actId="1076"/>
          <ac:spMkLst>
            <pc:docMk/>
            <pc:sldMk cId="279341735" sldId="315"/>
            <ac:spMk id="15" creationId="{B29D2292-BC10-3F04-D77D-3A6C26CFB81F}"/>
          </ac:spMkLst>
        </pc:spChg>
        <pc:picChg chg="add mod ord">
          <ac:chgData name="Guest User" userId="" providerId="Windows Live" clId="Web-{CE31C44E-0BFD-582E-9B3F-6DF82ADE1536}" dt="2026-06-18T09:02:53.800" v="1169" actId="1076"/>
          <ac:picMkLst>
            <pc:docMk/>
            <pc:sldMk cId="279341735" sldId="315"/>
            <ac:picMk id="8" creationId="{3AEFA877-764E-6288-7542-68BA243A30C6}"/>
          </ac:picMkLst>
        </pc:picChg>
      </pc:sldChg>
      <pc:sldChg chg="addSp delSp modSp">
        <pc:chgData name="Guest User" userId="" providerId="Windows Live" clId="Web-{CE31C44E-0BFD-582E-9B3F-6DF82ADE1536}" dt="2026-06-18T08:50:19.972" v="1000" actId="20577"/>
        <pc:sldMkLst>
          <pc:docMk/>
          <pc:sldMk cId="2692295018" sldId="322"/>
        </pc:sldMkLst>
        <pc:spChg chg="add mod">
          <ac:chgData name="Guest User" userId="" providerId="Windows Live" clId="Web-{CE31C44E-0BFD-582E-9B3F-6DF82ADE1536}" dt="2026-06-18T08:50:19.972" v="1000" actId="20577"/>
          <ac:spMkLst>
            <pc:docMk/>
            <pc:sldMk cId="2692295018" sldId="322"/>
            <ac:spMk id="8" creationId="{F98968CC-1262-92C3-2F6F-C7FEFC7E5C2C}"/>
          </ac:spMkLst>
        </pc:spChg>
        <pc:spChg chg="add mod">
          <ac:chgData name="Guest User" userId="" providerId="Windows Live" clId="Web-{CE31C44E-0BFD-582E-9B3F-6DF82ADE1536}" dt="2026-06-16T15:37:41.854" v="667" actId="20577"/>
          <ac:spMkLst>
            <pc:docMk/>
            <pc:sldMk cId="2692295018" sldId="322"/>
            <ac:spMk id="9" creationId="{B1578541-BB8F-6393-83B1-53F289297E27}"/>
          </ac:spMkLst>
        </pc:spChg>
        <pc:spChg chg="add mod">
          <ac:chgData name="Guest User" userId="" providerId="Windows Live" clId="Web-{CE31C44E-0BFD-582E-9B3F-6DF82ADE1536}" dt="2026-06-16T15:40:02.025" v="755" actId="1076"/>
          <ac:spMkLst>
            <pc:docMk/>
            <pc:sldMk cId="2692295018" sldId="322"/>
            <ac:spMk id="10" creationId="{C6217708-0029-C577-6126-99A63AD1C345}"/>
          </ac:spMkLst>
        </pc:spChg>
        <pc:picChg chg="add mod ord">
          <ac:chgData name="Guest User" userId="" providerId="Windows Live" clId="Web-{CE31C44E-0BFD-582E-9B3F-6DF82ADE1536}" dt="2026-06-16T15:40:30.978" v="756" actId="1076"/>
          <ac:picMkLst>
            <pc:docMk/>
            <pc:sldMk cId="2692295018" sldId="322"/>
            <ac:picMk id="2" creationId="{CA06D28B-1D5B-4084-87FF-3CD10FBB8970}"/>
          </ac:picMkLst>
        </pc:picChg>
        <pc:picChg chg="add mod">
          <ac:chgData name="Guest User" userId="" providerId="Windows Live" clId="Web-{CE31C44E-0BFD-582E-9B3F-6DF82ADE1536}" dt="2026-06-16T15:40:30.978" v="757" actId="1076"/>
          <ac:picMkLst>
            <pc:docMk/>
            <pc:sldMk cId="2692295018" sldId="322"/>
            <ac:picMk id="7" creationId="{EFE6C46A-5347-37B8-18F4-09E450B5A6A1}"/>
          </ac:picMkLst>
        </pc:picChg>
      </pc:sldChg>
      <pc:sldChg chg="addSp delSp modSp">
        <pc:chgData name="Guest User" userId="" providerId="Windows Live" clId="Web-{CE31C44E-0BFD-582E-9B3F-6DF82ADE1536}" dt="2026-06-18T10:20:56.969" v="1575"/>
        <pc:sldMkLst>
          <pc:docMk/>
          <pc:sldMk cId="2912570636" sldId="323"/>
        </pc:sldMkLst>
        <pc:spChg chg="mod">
          <ac:chgData name="Guest User" userId="" providerId="Windows Live" clId="Web-{CE31C44E-0BFD-582E-9B3F-6DF82ADE1536}" dt="2026-06-18T10:20:02.716" v="1570" actId="1076"/>
          <ac:spMkLst>
            <pc:docMk/>
            <pc:sldMk cId="2912570636" sldId="323"/>
            <ac:spMk id="12" creationId="{DBFE4E83-52E0-B92C-1946-25C1A30C4DD0}"/>
          </ac:spMkLst>
        </pc:spChg>
        <pc:picChg chg="add mod ord">
          <ac:chgData name="Guest User" userId="" providerId="Windows Live" clId="Web-{CE31C44E-0BFD-582E-9B3F-6DF82ADE1536}" dt="2026-06-18T10:20:56.969" v="1575"/>
          <ac:picMkLst>
            <pc:docMk/>
            <pc:sldMk cId="2912570636" sldId="323"/>
            <ac:picMk id="2" creationId="{8D6C1663-5D32-8B8C-356C-B6F25325E733}"/>
          </ac:picMkLst>
        </pc:picChg>
      </pc:sldChg>
      <pc:sldChg chg="modSp">
        <pc:chgData name="Guest User" userId="" providerId="Windows Live" clId="Web-{CE31C44E-0BFD-582E-9B3F-6DF82ADE1536}" dt="2026-06-18T10:22:43.801" v="1587" actId="20577"/>
        <pc:sldMkLst>
          <pc:docMk/>
          <pc:sldMk cId="1286516957" sldId="325"/>
        </pc:sldMkLst>
        <pc:spChg chg="mod">
          <ac:chgData name="Guest User" userId="" providerId="Windows Live" clId="Web-{CE31C44E-0BFD-582E-9B3F-6DF82ADE1536}" dt="2026-06-18T10:22:43.801" v="1587" actId="20577"/>
          <ac:spMkLst>
            <pc:docMk/>
            <pc:sldMk cId="1286516957" sldId="325"/>
            <ac:spMk id="3" creationId="{FB8C5FAB-FED8-4DD7-38AA-AF33C0CEA919}"/>
          </ac:spMkLst>
        </pc:spChg>
      </pc:sldChg>
      <pc:sldChg chg="modSp add replId">
        <pc:chgData name="Guest User" userId="" providerId="Windows Live" clId="Web-{CE31C44E-0BFD-582E-9B3F-6DF82ADE1536}" dt="2026-06-18T09:46:59.369" v="1388"/>
        <pc:sldMkLst>
          <pc:docMk/>
          <pc:sldMk cId="1675292018" sldId="327"/>
        </pc:sldMkLst>
        <pc:spChg chg="mod">
          <ac:chgData name="Guest User" userId="" providerId="Windows Live" clId="Web-{CE31C44E-0BFD-582E-9B3F-6DF82ADE1536}" dt="2026-06-16T14:53:03.667" v="501" actId="20577"/>
          <ac:spMkLst>
            <pc:docMk/>
            <pc:sldMk cId="1675292018" sldId="327"/>
            <ac:spMk id="6" creationId="{468A885C-8564-63EA-9976-7E56DC719B90}"/>
          </ac:spMkLst>
        </pc:spChg>
        <pc:graphicFrameChg chg="mod modGraphic">
          <ac:chgData name="Guest User" userId="" providerId="Windows Live" clId="Web-{CE31C44E-0BFD-582E-9B3F-6DF82ADE1536}" dt="2026-06-18T09:46:59.369" v="1388"/>
          <ac:graphicFrameMkLst>
            <pc:docMk/>
            <pc:sldMk cId="1675292018" sldId="327"/>
            <ac:graphicFrameMk id="2" creationId="{05F212D9-1D7C-02AF-36E0-E31E84C5D883}"/>
          </ac:graphicFrameMkLst>
        </pc:graphicFrameChg>
      </pc:sldChg>
      <pc:sldChg chg="addSp delSp modSp add mod ord replId setBg">
        <pc:chgData name="Guest User" userId="" providerId="Windows Live" clId="Web-{CE31C44E-0BFD-582E-9B3F-6DF82ADE1536}" dt="2026-06-18T08:50:10.628" v="987" actId="1076"/>
        <pc:sldMkLst>
          <pc:docMk/>
          <pc:sldMk cId="4122451381" sldId="328"/>
        </pc:sldMkLst>
        <pc:spChg chg="add mod">
          <ac:chgData name="Guest User" userId="" providerId="Windows Live" clId="Web-{CE31C44E-0BFD-582E-9B3F-6DF82ADE1536}" dt="2026-06-18T08:50:10.628" v="987" actId="1076"/>
          <ac:spMkLst>
            <pc:docMk/>
            <pc:sldMk cId="4122451381" sldId="328"/>
            <ac:spMk id="2" creationId="{7B3AC962-5FFF-AC05-17CB-F6BFD38CEC8A}"/>
          </ac:spMkLst>
        </pc:spChg>
        <pc:spChg chg="add">
          <ac:chgData name="Guest User" userId="" providerId="Windows Live" clId="Web-{CE31C44E-0BFD-582E-9B3F-6DF82ADE1536}" dt="2026-06-16T15:43:24.935" v="783"/>
          <ac:spMkLst>
            <pc:docMk/>
            <pc:sldMk cId="4122451381" sldId="328"/>
            <ac:spMk id="15" creationId="{DC3F225D-1956-0E01-0C91-75D9E0DE2488}"/>
          </ac:spMkLst>
        </pc:spChg>
        <pc:spChg chg="add mod">
          <ac:chgData name="Guest User" userId="" providerId="Windows Live" clId="Web-{CE31C44E-0BFD-582E-9B3F-6DF82ADE1536}" dt="2026-06-16T15:43:31.231" v="785" actId="1076"/>
          <ac:spMkLst>
            <pc:docMk/>
            <pc:sldMk cId="4122451381" sldId="328"/>
            <ac:spMk id="16" creationId="{3CBAB6D2-0EA8-05ED-ED38-30C5820BD2B3}"/>
          </ac:spMkLst>
        </pc:spChg>
        <pc:spChg chg="add mod">
          <ac:chgData name="Guest User" userId="" providerId="Windows Live" clId="Web-{CE31C44E-0BFD-582E-9B3F-6DF82ADE1536}" dt="2026-06-16T15:43:44.059" v="789" actId="1076"/>
          <ac:spMkLst>
            <pc:docMk/>
            <pc:sldMk cId="4122451381" sldId="328"/>
            <ac:spMk id="17" creationId="{C185DC5B-5156-EEE4-A883-EC8F1FD40E07}"/>
          </ac:spMkLst>
        </pc:spChg>
        <pc:picChg chg="add mod">
          <ac:chgData name="Guest User" userId="" providerId="Windows Live" clId="Web-{CE31C44E-0BFD-582E-9B3F-6DF82ADE1536}" dt="2026-06-16T15:41:43.716" v="774" actId="14100"/>
          <ac:picMkLst>
            <pc:docMk/>
            <pc:sldMk cId="4122451381" sldId="328"/>
            <ac:picMk id="11" creationId="{1A6E74F2-160B-6583-7242-8A9FD4A4F929}"/>
          </ac:picMkLst>
        </pc:picChg>
        <pc:picChg chg="add mod">
          <ac:chgData name="Guest User" userId="" providerId="Windows Live" clId="Web-{CE31C44E-0BFD-582E-9B3F-6DF82ADE1536}" dt="2026-06-16T15:41:46.357" v="775" actId="1076"/>
          <ac:picMkLst>
            <pc:docMk/>
            <pc:sldMk cId="4122451381" sldId="328"/>
            <ac:picMk id="12" creationId="{536010B4-5375-DAD3-C66F-2BC7A9275D64}"/>
          </ac:picMkLst>
        </pc:picChg>
        <pc:picChg chg="add mod">
          <ac:chgData name="Guest User" userId="" providerId="Windows Live" clId="Web-{CE31C44E-0BFD-582E-9B3F-6DF82ADE1536}" dt="2026-06-16T15:42:41.653" v="781" actId="1076"/>
          <ac:picMkLst>
            <pc:docMk/>
            <pc:sldMk cId="4122451381" sldId="328"/>
            <ac:picMk id="13" creationId="{D7C1590C-8959-9E8D-3730-D68A7E2F62A0}"/>
          </ac:picMkLst>
        </pc:picChg>
        <pc:picChg chg="add del mod">
          <ac:chgData name="Guest User" userId="" providerId="Windows Live" clId="Web-{CE31C44E-0BFD-582E-9B3F-6DF82ADE1536}" dt="2026-06-16T15:45:14.559" v="818"/>
          <ac:picMkLst>
            <pc:docMk/>
            <pc:sldMk cId="4122451381" sldId="328"/>
            <ac:picMk id="14" creationId="{035FC32F-B050-3B59-9265-BA9EBF5CADD7}"/>
          </ac:picMkLst>
        </pc:picChg>
        <pc:picChg chg="add mod">
          <ac:chgData name="Guest User" userId="" providerId="Windows Live" clId="Web-{CE31C44E-0BFD-582E-9B3F-6DF82ADE1536}" dt="2026-06-16T15:46:39.965" v="823" actId="14100"/>
          <ac:picMkLst>
            <pc:docMk/>
            <pc:sldMk cId="4122451381" sldId="328"/>
            <ac:picMk id="19" creationId="{ABD9CCCD-76C1-9A27-5D09-EBB133AF75CF}"/>
          </ac:picMkLst>
        </pc:picChg>
      </pc:sldChg>
      <pc:sldChg chg="add replId">
        <pc:chgData name="Guest User" userId="" providerId="Windows Live" clId="Web-{CE31C44E-0BFD-582E-9B3F-6DF82ADE1536}" dt="2026-06-18T09:48:10.137" v="1389"/>
        <pc:sldMkLst>
          <pc:docMk/>
          <pc:sldMk cId="1961443699" sldId="335"/>
        </pc:sldMkLst>
      </pc:sldChg>
      <pc:sldChg chg="addSp delSp modSp add addAnim delAnim modAnim">
        <pc:chgData name="Guest User" userId="" providerId="Windows Live" clId="Web-{CE31C44E-0BFD-582E-9B3F-6DF82ADE1536}" dt="2026-06-18T10:14:04.889" v="1542" actId="1076"/>
        <pc:sldMkLst>
          <pc:docMk/>
          <pc:sldMk cId="4290140928" sldId="336"/>
        </pc:sldMkLst>
        <pc:spChg chg="mod topLvl">
          <ac:chgData name="Guest User" userId="" providerId="Windows Live" clId="Web-{CE31C44E-0BFD-582E-9B3F-6DF82ADE1536}" dt="2026-06-18T10:14:04.827" v="1527" actId="1076"/>
          <ac:spMkLst>
            <pc:docMk/>
            <pc:sldMk cId="4290140928" sldId="336"/>
            <ac:spMk id="4" creationId="{7147D357-F8BB-9E27-0572-A319C995D092}"/>
          </ac:spMkLst>
        </pc:spChg>
        <pc:spChg chg="mod topLvl">
          <ac:chgData name="Guest User" userId="" providerId="Windows Live" clId="Web-{CE31C44E-0BFD-582E-9B3F-6DF82ADE1536}" dt="2026-06-18T10:14:04.827" v="1528" actId="1076"/>
          <ac:spMkLst>
            <pc:docMk/>
            <pc:sldMk cId="4290140928" sldId="336"/>
            <ac:spMk id="7" creationId="{A5326443-673C-3895-D7D7-78168D2BA7A6}"/>
          </ac:spMkLst>
        </pc:spChg>
        <pc:spChg chg="mod topLvl">
          <ac:chgData name="Guest User" userId="" providerId="Windows Live" clId="Web-{CE31C44E-0BFD-582E-9B3F-6DF82ADE1536}" dt="2026-06-18T10:14:04.842" v="1529" actId="1076"/>
          <ac:spMkLst>
            <pc:docMk/>
            <pc:sldMk cId="4290140928" sldId="336"/>
            <ac:spMk id="8" creationId="{A338B127-A327-700C-D894-F9E005E42545}"/>
          </ac:spMkLst>
        </pc:spChg>
        <pc:spChg chg="mod topLvl">
          <ac:chgData name="Guest User" userId="" providerId="Windows Live" clId="Web-{CE31C44E-0BFD-582E-9B3F-6DF82ADE1536}" dt="2026-06-18T10:14:04.842" v="1530" actId="1076"/>
          <ac:spMkLst>
            <pc:docMk/>
            <pc:sldMk cId="4290140928" sldId="336"/>
            <ac:spMk id="10" creationId="{AC6813ED-6DE0-1D72-96B8-C6FE651C9E33}"/>
          </ac:spMkLst>
        </pc:spChg>
        <pc:spChg chg="add mod topLvl">
          <ac:chgData name="Guest User" userId="" providerId="Windows Live" clId="Web-{CE31C44E-0BFD-582E-9B3F-6DF82ADE1536}" dt="2026-06-18T10:14:04.874" v="1538" actId="1076"/>
          <ac:spMkLst>
            <pc:docMk/>
            <pc:sldMk cId="4290140928" sldId="336"/>
            <ac:spMk id="11" creationId="{633F72B3-EB57-6C06-3279-07C8C79DD80C}"/>
          </ac:spMkLst>
        </pc:spChg>
        <pc:spChg chg="add mod topLvl">
          <ac:chgData name="Guest User" userId="" providerId="Windows Live" clId="Web-{CE31C44E-0BFD-582E-9B3F-6DF82ADE1536}" dt="2026-06-18T10:14:04.889" v="1540" actId="1076"/>
          <ac:spMkLst>
            <pc:docMk/>
            <pc:sldMk cId="4290140928" sldId="336"/>
            <ac:spMk id="15" creationId="{29FB59C9-AD16-FCDD-259F-933DAE0FF278}"/>
          </ac:spMkLst>
        </pc:spChg>
        <pc:spChg chg="add mod topLvl">
          <ac:chgData name="Guest User" userId="" providerId="Windows Live" clId="Web-{CE31C44E-0BFD-582E-9B3F-6DF82ADE1536}" dt="2026-06-18T10:14:04.889" v="1542" actId="1076"/>
          <ac:spMkLst>
            <pc:docMk/>
            <pc:sldMk cId="4290140928" sldId="336"/>
            <ac:spMk id="19" creationId="{6ED3A9E0-5D83-8715-975C-ADA71C0614A6}"/>
          </ac:spMkLst>
        </pc:spChg>
        <pc:spChg chg="mod topLvl">
          <ac:chgData name="Guest User" userId="" providerId="Windows Live" clId="Web-{CE31C44E-0BFD-582E-9B3F-6DF82ADE1536}" dt="2026-06-18T10:14:04.842" v="1531" actId="1076"/>
          <ac:spMkLst>
            <pc:docMk/>
            <pc:sldMk cId="4290140928" sldId="336"/>
            <ac:spMk id="22" creationId="{2C99B5AA-A862-B182-DBAE-8338DB7B31A3}"/>
          </ac:spMkLst>
        </pc:spChg>
        <pc:spChg chg="mod">
          <ac:chgData name="Guest User" userId="" providerId="Windows Live" clId="Web-{CE31C44E-0BFD-582E-9B3F-6DF82ADE1536}" dt="2026-06-18T10:14:04.827" v="1526" actId="1076"/>
          <ac:spMkLst>
            <pc:docMk/>
            <pc:sldMk cId="4290140928" sldId="336"/>
            <ac:spMk id="28" creationId="{0700AA7D-5A27-064C-8AC9-7EDAB46D7D6C}"/>
          </ac:spMkLst>
        </pc:spChg>
        <pc:spChg chg="mod topLvl">
          <ac:chgData name="Guest User" userId="" providerId="Windows Live" clId="Web-{CE31C44E-0BFD-582E-9B3F-6DF82ADE1536}" dt="2026-06-18T10:14:04.858" v="1534" actId="1076"/>
          <ac:spMkLst>
            <pc:docMk/>
            <pc:sldMk cId="4290140928" sldId="336"/>
            <ac:spMk id="29" creationId="{1982D15A-AD30-EFC1-B1C2-E10A28B4F131}"/>
          </ac:spMkLst>
        </pc:spChg>
        <pc:spChg chg="mod topLvl">
          <ac:chgData name="Guest User" userId="" providerId="Windows Live" clId="Web-{CE31C44E-0BFD-582E-9B3F-6DF82ADE1536}" dt="2026-06-18T10:14:04.874" v="1536" actId="1076"/>
          <ac:spMkLst>
            <pc:docMk/>
            <pc:sldMk cId="4290140928" sldId="336"/>
            <ac:spMk id="31" creationId="{F0040D8C-18E7-B365-C03E-68A8E50C8BFE}"/>
          </ac:spMkLst>
        </pc:spChg>
        <pc:cxnChg chg="add mod">
          <ac:chgData name="Guest User" userId="" providerId="Windows Live" clId="Web-{CE31C44E-0BFD-582E-9B3F-6DF82ADE1536}" dt="2026-06-18T10:14:04.874" v="1537" actId="1076"/>
          <ac:cxnSpMkLst>
            <pc:docMk/>
            <pc:sldMk cId="4290140928" sldId="336"/>
            <ac:cxnSpMk id="9" creationId="{EAA5F6B3-A46A-0BBC-2BF4-77282212FBAE}"/>
          </ac:cxnSpMkLst>
        </pc:cxnChg>
        <pc:cxnChg chg="add mod">
          <ac:chgData name="Guest User" userId="" providerId="Windows Live" clId="Web-{CE31C44E-0BFD-582E-9B3F-6DF82ADE1536}" dt="2026-06-18T10:14:04.889" v="1539" actId="1076"/>
          <ac:cxnSpMkLst>
            <pc:docMk/>
            <pc:sldMk cId="4290140928" sldId="336"/>
            <ac:cxnSpMk id="13" creationId="{CC29EA61-68F7-321B-45FA-7ED60F914521}"/>
          </ac:cxnSpMkLst>
        </pc:cxnChg>
        <pc:cxnChg chg="add mod">
          <ac:chgData name="Guest User" userId="" providerId="Windows Live" clId="Web-{CE31C44E-0BFD-582E-9B3F-6DF82ADE1536}" dt="2026-06-18T10:14:04.889" v="1541" actId="1076"/>
          <ac:cxnSpMkLst>
            <pc:docMk/>
            <pc:sldMk cId="4290140928" sldId="336"/>
            <ac:cxnSpMk id="17" creationId="{6FEF4D2C-349C-3AF8-EF36-77BB87793EEF}"/>
          </ac:cxnSpMkLst>
        </pc:cxnChg>
        <pc:cxnChg chg="mod">
          <ac:chgData name="Guest User" userId="" providerId="Windows Live" clId="Web-{CE31C44E-0BFD-582E-9B3F-6DF82ADE1536}" dt="2026-06-18T10:14:04.858" v="1532" actId="1076"/>
          <ac:cxnSpMkLst>
            <pc:docMk/>
            <pc:sldMk cId="4290140928" sldId="336"/>
            <ac:cxnSpMk id="23" creationId="{2687E815-0EE1-559C-6289-B99E9F90CF9B}"/>
          </ac:cxnSpMkLst>
        </pc:cxnChg>
        <pc:cxnChg chg="mod">
          <ac:chgData name="Guest User" userId="" providerId="Windows Live" clId="Web-{CE31C44E-0BFD-582E-9B3F-6DF82ADE1536}" dt="2026-06-18T10:14:04.858" v="1533" actId="1076"/>
          <ac:cxnSpMkLst>
            <pc:docMk/>
            <pc:sldMk cId="4290140928" sldId="336"/>
            <ac:cxnSpMk id="27" creationId="{38E2CDEA-C20E-2E53-AAC0-867311F880A4}"/>
          </ac:cxnSpMkLst>
        </pc:cxnChg>
        <pc:cxnChg chg="mod">
          <ac:chgData name="Guest User" userId="" providerId="Windows Live" clId="Web-{CE31C44E-0BFD-582E-9B3F-6DF82ADE1536}" dt="2026-06-18T10:14:04.858" v="1535" actId="1076"/>
          <ac:cxnSpMkLst>
            <pc:docMk/>
            <pc:sldMk cId="4290140928" sldId="336"/>
            <ac:cxnSpMk id="30" creationId="{9E63C3EB-9859-F074-D7D3-5CA25FCA01B0}"/>
          </ac:cxnSpMkLst>
        </pc:cxnChg>
      </pc:sldChg>
    </pc:docChg>
  </pc:docChgLst>
  <pc:docChgLst>
    <pc:chgData name="건민 김" userId="d1eddbeb2fe859bd" providerId="LiveId" clId="{EBB176FD-EACF-430B-8EAE-3428A3E4D02D}"/>
    <pc:docChg chg="undo custSel addSld delSld modSld sldOrd modMainMaster">
      <pc:chgData name="건민 김" userId="d1eddbeb2fe859bd" providerId="LiveId" clId="{EBB176FD-EACF-430B-8EAE-3428A3E4D02D}" dt="2026-06-21T12:28:26.671" v="6664" actId="20577"/>
      <pc:docMkLst>
        <pc:docMk/>
      </pc:docMkLst>
      <pc:sldChg chg="modNotesTx">
        <pc:chgData name="건민 김" userId="d1eddbeb2fe859bd" providerId="LiveId" clId="{EBB176FD-EACF-430B-8EAE-3428A3E4D02D}" dt="2026-06-20T00:29:41.745" v="3545" actId="20577"/>
        <pc:sldMkLst>
          <pc:docMk/>
          <pc:sldMk cId="2184139805" sldId="266"/>
        </pc:sldMkLst>
      </pc:sldChg>
      <pc:sldChg chg="modSp mod">
        <pc:chgData name="건민 김" userId="d1eddbeb2fe859bd" providerId="LiveId" clId="{EBB176FD-EACF-430B-8EAE-3428A3E4D02D}" dt="2026-06-21T10:02:44.094" v="4735" actId="1076"/>
        <pc:sldMkLst>
          <pc:docMk/>
          <pc:sldMk cId="206296189" sldId="275"/>
        </pc:sldMkLst>
        <pc:spChg chg="mod">
          <ac:chgData name="건민 김" userId="d1eddbeb2fe859bd" providerId="LiveId" clId="{EBB176FD-EACF-430B-8EAE-3428A3E4D02D}" dt="2026-06-21T10:02:44.094" v="4735" actId="1076"/>
          <ac:spMkLst>
            <pc:docMk/>
            <pc:sldMk cId="206296189" sldId="275"/>
            <ac:spMk id="4" creationId="{084E1A8C-DA73-9955-CCFC-E61F6338C1EE}"/>
          </ac:spMkLst>
        </pc:spChg>
      </pc:sldChg>
      <pc:sldChg chg="modSp mod modAnim modNotesTx">
        <pc:chgData name="건민 김" userId="d1eddbeb2fe859bd" providerId="LiveId" clId="{EBB176FD-EACF-430B-8EAE-3428A3E4D02D}" dt="2026-06-21T08:09:55.829" v="4350" actId="20577"/>
        <pc:sldMkLst>
          <pc:docMk/>
          <pc:sldMk cId="1226457879" sldId="308"/>
        </pc:sldMkLst>
        <pc:spChg chg="mod">
          <ac:chgData name="건민 김" userId="d1eddbeb2fe859bd" providerId="LiveId" clId="{EBB176FD-EACF-430B-8EAE-3428A3E4D02D}" dt="2026-06-20T01:07:06.978" v="3578" actId="20577"/>
          <ac:spMkLst>
            <pc:docMk/>
            <pc:sldMk cId="1226457879" sldId="308"/>
            <ac:spMk id="5" creationId="{F39839EE-D031-BEFF-36CA-35644D4DAE70}"/>
          </ac:spMkLst>
        </pc:spChg>
        <pc:picChg chg="mod">
          <ac:chgData name="건민 김" userId="d1eddbeb2fe859bd" providerId="LiveId" clId="{EBB176FD-EACF-430B-8EAE-3428A3E4D02D}" dt="2026-06-18T16:15:11.814" v="2094" actId="12789"/>
          <ac:picMkLst>
            <pc:docMk/>
            <pc:sldMk cId="1226457879" sldId="308"/>
            <ac:picMk id="7" creationId="{13220755-6D2A-97B3-27AD-BC478BDF5EF4}"/>
          </ac:picMkLst>
        </pc:picChg>
        <pc:picChg chg="mod">
          <ac:chgData name="건민 김" userId="d1eddbeb2fe859bd" providerId="LiveId" clId="{EBB176FD-EACF-430B-8EAE-3428A3E4D02D}" dt="2026-06-18T16:15:11.814" v="2094" actId="12789"/>
          <ac:picMkLst>
            <pc:docMk/>
            <pc:sldMk cId="1226457879" sldId="308"/>
            <ac:picMk id="8" creationId="{83ED65F2-D69E-799A-631A-829B2E44DA16}"/>
          </ac:picMkLst>
        </pc:picChg>
        <pc:picChg chg="mod">
          <ac:chgData name="건민 김" userId="d1eddbeb2fe859bd" providerId="LiveId" clId="{EBB176FD-EACF-430B-8EAE-3428A3E4D02D}" dt="2026-06-18T16:15:11.814" v="2094" actId="12789"/>
          <ac:picMkLst>
            <pc:docMk/>
            <pc:sldMk cId="1226457879" sldId="308"/>
            <ac:picMk id="10" creationId="{48BC5A57-D325-2620-691E-D80A06A09026}"/>
          </ac:picMkLst>
        </pc:picChg>
      </pc:sldChg>
      <pc:sldChg chg="addSp delSp modSp mod ord modAnim modNotesTx">
        <pc:chgData name="건민 김" userId="d1eddbeb2fe859bd" providerId="LiveId" clId="{EBB176FD-EACF-430B-8EAE-3428A3E4D02D}" dt="2026-06-21T07:33:01.540" v="4307" actId="20577"/>
        <pc:sldMkLst>
          <pc:docMk/>
          <pc:sldMk cId="2722731971" sldId="309"/>
        </pc:sldMkLst>
        <pc:spChg chg="mod">
          <ac:chgData name="건민 김" userId="d1eddbeb2fe859bd" providerId="LiveId" clId="{EBB176FD-EACF-430B-8EAE-3428A3E4D02D}" dt="2026-06-18T14:43:14.827" v="1081" actId="1076"/>
          <ac:spMkLst>
            <pc:docMk/>
            <pc:sldMk cId="2722731971" sldId="309"/>
            <ac:spMk id="2" creationId="{0EA7ECA7-39A9-F3D1-69A5-2FE425E2924B}"/>
          </ac:spMkLst>
        </pc:spChg>
        <pc:spChg chg="add mod">
          <ac:chgData name="건민 김" userId="d1eddbeb2fe859bd" providerId="LiveId" clId="{EBB176FD-EACF-430B-8EAE-3428A3E4D02D}" dt="2026-06-18T18:18:38.570" v="3516" actId="164"/>
          <ac:spMkLst>
            <pc:docMk/>
            <pc:sldMk cId="2722731971" sldId="309"/>
            <ac:spMk id="3" creationId="{1F42875B-831F-FA55-359C-7E571D339C43}"/>
          </ac:spMkLst>
        </pc:spChg>
        <pc:spChg chg="add mod">
          <ac:chgData name="건민 김" userId="d1eddbeb2fe859bd" providerId="LiveId" clId="{EBB176FD-EACF-430B-8EAE-3428A3E4D02D}" dt="2026-06-18T18:18:43.416" v="3517" actId="164"/>
          <ac:spMkLst>
            <pc:docMk/>
            <pc:sldMk cId="2722731971" sldId="309"/>
            <ac:spMk id="4" creationId="{C5845C7F-8991-434D-16BA-22687217A319}"/>
          </ac:spMkLst>
        </pc:spChg>
        <pc:spChg chg="add mod">
          <ac:chgData name="건민 김" userId="d1eddbeb2fe859bd" providerId="LiveId" clId="{EBB176FD-EACF-430B-8EAE-3428A3E4D02D}" dt="2026-06-18T18:18:38.570" v="3516" actId="164"/>
          <ac:spMkLst>
            <pc:docMk/>
            <pc:sldMk cId="2722731971" sldId="309"/>
            <ac:spMk id="6" creationId="{D5ED08DB-D8C1-DE26-0CEF-253A08B886C3}"/>
          </ac:spMkLst>
        </pc:spChg>
        <pc:spChg chg="add mod">
          <ac:chgData name="건민 김" userId="d1eddbeb2fe859bd" providerId="LiveId" clId="{EBB176FD-EACF-430B-8EAE-3428A3E4D02D}" dt="2026-06-18T16:12:51.214" v="2073" actId="12789"/>
          <ac:spMkLst>
            <pc:docMk/>
            <pc:sldMk cId="2722731971" sldId="309"/>
            <ac:spMk id="10" creationId="{CF5351D8-142B-BA3D-A6FC-17825BE18834}"/>
          </ac:spMkLst>
        </pc:spChg>
        <pc:spChg chg="add mod">
          <ac:chgData name="건민 김" userId="d1eddbeb2fe859bd" providerId="LiveId" clId="{EBB176FD-EACF-430B-8EAE-3428A3E4D02D}" dt="2026-06-21T07:33:01.540" v="4307" actId="20577"/>
          <ac:spMkLst>
            <pc:docMk/>
            <pc:sldMk cId="2722731971" sldId="309"/>
            <ac:spMk id="12" creationId="{26F8764A-C6F7-80FF-EA22-0F54E03F642A}"/>
          </ac:spMkLst>
        </pc:spChg>
        <pc:spChg chg="add mod">
          <ac:chgData name="건민 김" userId="d1eddbeb2fe859bd" providerId="LiveId" clId="{EBB176FD-EACF-430B-8EAE-3428A3E4D02D}" dt="2026-06-18T18:18:43.416" v="3517" actId="164"/>
          <ac:spMkLst>
            <pc:docMk/>
            <pc:sldMk cId="2722731971" sldId="309"/>
            <ac:spMk id="13" creationId="{6CB4395A-B4C5-1D10-7FD0-BBC76475ADE0}"/>
          </ac:spMkLst>
        </pc:spChg>
        <pc:grpChg chg="add mod">
          <ac:chgData name="건민 김" userId="d1eddbeb2fe859bd" providerId="LiveId" clId="{EBB176FD-EACF-430B-8EAE-3428A3E4D02D}" dt="2026-06-18T18:18:38.570" v="3516" actId="164"/>
          <ac:grpSpMkLst>
            <pc:docMk/>
            <pc:sldMk cId="2722731971" sldId="309"/>
            <ac:grpSpMk id="14" creationId="{DF09A9CE-6B80-75DC-91CA-7B5F920B812C}"/>
          </ac:grpSpMkLst>
        </pc:grpChg>
        <pc:grpChg chg="add mod">
          <ac:chgData name="건민 김" userId="d1eddbeb2fe859bd" providerId="LiveId" clId="{EBB176FD-EACF-430B-8EAE-3428A3E4D02D}" dt="2026-06-18T18:18:43.416" v="3517" actId="164"/>
          <ac:grpSpMkLst>
            <pc:docMk/>
            <pc:sldMk cId="2722731971" sldId="309"/>
            <ac:grpSpMk id="15" creationId="{E71FE8BA-0E26-8A94-9AF4-72ECF2ACABF5}"/>
          </ac:grpSpMkLst>
        </pc:grpChg>
        <pc:picChg chg="add mod">
          <ac:chgData name="건민 김" userId="d1eddbeb2fe859bd" providerId="LiveId" clId="{EBB176FD-EACF-430B-8EAE-3428A3E4D02D}" dt="2026-06-18T18:18:43.416" v="3517" actId="164"/>
          <ac:picMkLst>
            <pc:docMk/>
            <pc:sldMk cId="2722731971" sldId="309"/>
            <ac:picMk id="8" creationId="{8C3E2596-D047-ADD6-B350-861CE0B0216A}"/>
          </ac:picMkLst>
        </pc:picChg>
      </pc:sldChg>
      <pc:sldChg chg="modSp del mod modAnim">
        <pc:chgData name="건민 김" userId="d1eddbeb2fe859bd" providerId="LiveId" clId="{EBB176FD-EACF-430B-8EAE-3428A3E4D02D}" dt="2026-06-20T00:09:25.402" v="3539" actId="47"/>
        <pc:sldMkLst>
          <pc:docMk/>
          <pc:sldMk cId="1420113425" sldId="311"/>
        </pc:sldMkLst>
      </pc:sldChg>
      <pc:sldChg chg="modSp mod ord modAnim">
        <pc:chgData name="건민 김" userId="d1eddbeb2fe859bd" providerId="LiveId" clId="{EBB176FD-EACF-430B-8EAE-3428A3E4D02D}" dt="2026-06-21T08:35:33.483" v="4414" actId="255"/>
        <pc:sldMkLst>
          <pc:docMk/>
          <pc:sldMk cId="4283294680" sldId="312"/>
        </pc:sldMkLst>
        <pc:spChg chg="mod">
          <ac:chgData name="건민 김" userId="d1eddbeb2fe859bd" providerId="LiveId" clId="{EBB176FD-EACF-430B-8EAE-3428A3E4D02D}" dt="2026-06-21T08:35:33.483" v="4414" actId="255"/>
          <ac:spMkLst>
            <pc:docMk/>
            <pc:sldMk cId="4283294680" sldId="312"/>
            <ac:spMk id="2" creationId="{4F351EC0-B22E-FE88-58BE-78C201053F74}"/>
          </ac:spMkLst>
        </pc:spChg>
        <pc:picChg chg="mod">
          <ac:chgData name="건민 김" userId="d1eddbeb2fe859bd" providerId="LiveId" clId="{EBB176FD-EACF-430B-8EAE-3428A3E4D02D}" dt="2026-06-18T16:13:28.190" v="2076" actId="12788"/>
          <ac:picMkLst>
            <pc:docMk/>
            <pc:sldMk cId="4283294680" sldId="312"/>
            <ac:picMk id="3" creationId="{6474D904-D4D2-21AE-84CB-006246D4D3BC}"/>
          </ac:picMkLst>
        </pc:picChg>
      </pc:sldChg>
      <pc:sldChg chg="modAnim modNotesTx">
        <pc:chgData name="건민 김" userId="d1eddbeb2fe859bd" providerId="LiveId" clId="{EBB176FD-EACF-430B-8EAE-3428A3E4D02D}" dt="2026-06-21T08:10:08.149" v="4352" actId="20577"/>
        <pc:sldMkLst>
          <pc:docMk/>
          <pc:sldMk cId="1873572007" sldId="313"/>
        </pc:sldMkLst>
      </pc:sldChg>
      <pc:sldChg chg="delSp modSp mod modAnim">
        <pc:chgData name="건민 김" userId="d1eddbeb2fe859bd" providerId="LiveId" clId="{EBB176FD-EACF-430B-8EAE-3428A3E4D02D}" dt="2026-06-21T10:51:08.525" v="5481" actId="2710"/>
        <pc:sldMkLst>
          <pc:docMk/>
          <pc:sldMk cId="279341735" sldId="315"/>
        </pc:sldMkLst>
        <pc:spChg chg="del">
          <ac:chgData name="건민 김" userId="d1eddbeb2fe859bd" providerId="LiveId" clId="{EBB176FD-EACF-430B-8EAE-3428A3E4D02D}" dt="2026-06-21T09:51:22.589" v="4636" actId="478"/>
          <ac:spMkLst>
            <pc:docMk/>
            <pc:sldMk cId="279341735" sldId="315"/>
            <ac:spMk id="3" creationId="{2DD782BB-9043-2CDD-09F7-3091DD0D05CB}"/>
          </ac:spMkLst>
        </pc:spChg>
        <pc:spChg chg="del">
          <ac:chgData name="건민 김" userId="d1eddbeb2fe859bd" providerId="LiveId" clId="{EBB176FD-EACF-430B-8EAE-3428A3E4D02D}" dt="2026-06-21T09:51:22.589" v="4636" actId="478"/>
          <ac:spMkLst>
            <pc:docMk/>
            <pc:sldMk cId="279341735" sldId="315"/>
            <ac:spMk id="4" creationId="{E795FAE6-8519-2D43-9A45-C88B67CDF679}"/>
          </ac:spMkLst>
        </pc:spChg>
        <pc:spChg chg="mod">
          <ac:chgData name="건민 김" userId="d1eddbeb2fe859bd" providerId="LiveId" clId="{EBB176FD-EACF-430B-8EAE-3428A3E4D02D}" dt="2026-06-21T09:51:49.351" v="4641" actId="20577"/>
          <ac:spMkLst>
            <pc:docMk/>
            <pc:sldMk cId="279341735" sldId="315"/>
            <ac:spMk id="10" creationId="{140BFE8A-5235-99DE-0580-347512C022B1}"/>
          </ac:spMkLst>
        </pc:spChg>
        <pc:spChg chg="mod">
          <ac:chgData name="건민 김" userId="d1eddbeb2fe859bd" providerId="LiveId" clId="{EBB176FD-EACF-430B-8EAE-3428A3E4D02D}" dt="2026-06-21T10:51:08.525" v="5481" actId="2710"/>
          <ac:spMkLst>
            <pc:docMk/>
            <pc:sldMk cId="279341735" sldId="315"/>
            <ac:spMk id="15" creationId="{B29D2292-BC10-3F04-D77D-3A6C26CFB81F}"/>
          </ac:spMkLst>
        </pc:spChg>
      </pc:sldChg>
      <pc:sldChg chg="modSp mod ord modAnim modNotesTx">
        <pc:chgData name="건민 김" userId="d1eddbeb2fe859bd" providerId="LiveId" clId="{EBB176FD-EACF-430B-8EAE-3428A3E4D02D}" dt="2026-06-18T14:28:24.909" v="973" actId="20577"/>
        <pc:sldMkLst>
          <pc:docMk/>
          <pc:sldMk cId="2125607542" sldId="316"/>
        </pc:sldMkLst>
        <pc:spChg chg="mod">
          <ac:chgData name="건민 김" userId="d1eddbeb2fe859bd" providerId="LiveId" clId="{EBB176FD-EACF-430B-8EAE-3428A3E4D02D}" dt="2026-06-18T07:28:56.188" v="533" actId="20577"/>
          <ac:spMkLst>
            <pc:docMk/>
            <pc:sldMk cId="2125607542" sldId="316"/>
            <ac:spMk id="2" creationId="{4DEBD7C3-10AA-7641-FC14-F1F1A2FB81F3}"/>
          </ac:spMkLst>
        </pc:spChg>
        <pc:picChg chg="mod">
          <ac:chgData name="건민 김" userId="d1eddbeb2fe859bd" providerId="LiveId" clId="{EBB176FD-EACF-430B-8EAE-3428A3E4D02D}" dt="2026-06-18T10:01:26.868" v="972" actId="1076"/>
          <ac:picMkLst>
            <pc:docMk/>
            <pc:sldMk cId="2125607542" sldId="316"/>
            <ac:picMk id="7" creationId="{F9645880-9459-D349-35FC-CA37ABB83C07}"/>
          </ac:picMkLst>
        </pc:picChg>
      </pc:sldChg>
      <pc:sldChg chg="del modAnim">
        <pc:chgData name="건민 김" userId="d1eddbeb2fe859bd" providerId="LiveId" clId="{EBB176FD-EACF-430B-8EAE-3428A3E4D02D}" dt="2026-06-21T09:50:52.015" v="4634" actId="47"/>
        <pc:sldMkLst>
          <pc:docMk/>
          <pc:sldMk cId="2185060265" sldId="317"/>
        </pc:sldMkLst>
      </pc:sldChg>
      <pc:sldChg chg="addSp modSp mod modAnim">
        <pc:chgData name="건민 김" userId="d1eddbeb2fe859bd" providerId="LiveId" clId="{EBB176FD-EACF-430B-8EAE-3428A3E4D02D}" dt="2026-06-21T10:26:40.091" v="5259" actId="14100"/>
        <pc:sldMkLst>
          <pc:docMk/>
          <pc:sldMk cId="1671802680" sldId="319"/>
        </pc:sldMkLst>
        <pc:spChg chg="mod">
          <ac:chgData name="건민 김" userId="d1eddbeb2fe859bd" providerId="LiveId" clId="{EBB176FD-EACF-430B-8EAE-3428A3E4D02D}" dt="2026-06-21T10:26:25.039" v="5257" actId="164"/>
          <ac:spMkLst>
            <pc:docMk/>
            <pc:sldMk cId="1671802680" sldId="319"/>
            <ac:spMk id="8" creationId="{93D1C4AB-FCC4-0DF1-6618-E9FE6961BA97}"/>
          </ac:spMkLst>
        </pc:spChg>
        <pc:spChg chg="mod">
          <ac:chgData name="건민 김" userId="d1eddbeb2fe859bd" providerId="LiveId" clId="{EBB176FD-EACF-430B-8EAE-3428A3E4D02D}" dt="2026-06-21T10:26:25.039" v="5257" actId="164"/>
          <ac:spMkLst>
            <pc:docMk/>
            <pc:sldMk cId="1671802680" sldId="319"/>
            <ac:spMk id="9" creationId="{34BE5A06-CBCA-E1AE-D005-5150CA302D1A}"/>
          </ac:spMkLst>
        </pc:spChg>
        <pc:spChg chg="mod">
          <ac:chgData name="건민 김" userId="d1eddbeb2fe859bd" providerId="LiveId" clId="{EBB176FD-EACF-430B-8EAE-3428A3E4D02D}" dt="2026-06-21T10:26:25.039" v="5257" actId="164"/>
          <ac:spMkLst>
            <pc:docMk/>
            <pc:sldMk cId="1671802680" sldId="319"/>
            <ac:spMk id="10" creationId="{02DC677F-81F3-E06E-09A6-60FAA8AA587D}"/>
          </ac:spMkLst>
        </pc:spChg>
        <pc:spChg chg="mod">
          <ac:chgData name="건민 김" userId="d1eddbeb2fe859bd" providerId="LiveId" clId="{EBB176FD-EACF-430B-8EAE-3428A3E4D02D}" dt="2026-06-21T10:26:25.039" v="5257" actId="164"/>
          <ac:spMkLst>
            <pc:docMk/>
            <pc:sldMk cId="1671802680" sldId="319"/>
            <ac:spMk id="11" creationId="{4EDDA890-FEDB-C8AD-D0B6-1304BDA6A3F4}"/>
          </ac:spMkLst>
        </pc:spChg>
        <pc:spChg chg="mod">
          <ac:chgData name="건민 김" userId="d1eddbeb2fe859bd" providerId="LiveId" clId="{EBB176FD-EACF-430B-8EAE-3428A3E4D02D}" dt="2026-06-21T10:26:25.039" v="5257" actId="164"/>
          <ac:spMkLst>
            <pc:docMk/>
            <pc:sldMk cId="1671802680" sldId="319"/>
            <ac:spMk id="12" creationId="{7750ADE9-88D4-BEE6-63C2-3B17B11C6B35}"/>
          </ac:spMkLst>
        </pc:spChg>
        <pc:grpChg chg="add mod">
          <ac:chgData name="건민 김" userId="d1eddbeb2fe859bd" providerId="LiveId" clId="{EBB176FD-EACF-430B-8EAE-3428A3E4D02D}" dt="2026-06-21T10:26:40.091" v="5259" actId="14100"/>
          <ac:grpSpMkLst>
            <pc:docMk/>
            <pc:sldMk cId="1671802680" sldId="319"/>
            <ac:grpSpMk id="3" creationId="{EA811955-9D86-BE46-2C6D-C4F08AF0EA07}"/>
          </ac:grpSpMkLst>
        </pc:grpChg>
        <pc:picChg chg="mod">
          <ac:chgData name="건민 김" userId="d1eddbeb2fe859bd" providerId="LiveId" clId="{EBB176FD-EACF-430B-8EAE-3428A3E4D02D}" dt="2026-06-21T10:26:25.039" v="5257" actId="164"/>
          <ac:picMkLst>
            <pc:docMk/>
            <pc:sldMk cId="1671802680" sldId="319"/>
            <ac:picMk id="7" creationId="{5D5D5F71-B2E0-22E2-6988-CA7514509D68}"/>
          </ac:picMkLst>
        </pc:picChg>
        <pc:cxnChg chg="mod">
          <ac:chgData name="건민 김" userId="d1eddbeb2fe859bd" providerId="LiveId" clId="{EBB176FD-EACF-430B-8EAE-3428A3E4D02D}" dt="2026-06-21T10:26:25.039" v="5257" actId="164"/>
          <ac:cxnSpMkLst>
            <pc:docMk/>
            <pc:sldMk cId="1671802680" sldId="319"/>
            <ac:cxnSpMk id="13" creationId="{7F90CF14-2EA8-35C3-4E91-75E5D8736C08}"/>
          </ac:cxnSpMkLst>
        </pc:cxnChg>
        <pc:cxnChg chg="mod">
          <ac:chgData name="건민 김" userId="d1eddbeb2fe859bd" providerId="LiveId" clId="{EBB176FD-EACF-430B-8EAE-3428A3E4D02D}" dt="2026-06-21T10:26:25.039" v="5257" actId="164"/>
          <ac:cxnSpMkLst>
            <pc:docMk/>
            <pc:sldMk cId="1671802680" sldId="319"/>
            <ac:cxnSpMk id="14" creationId="{22A7B9ED-89F8-64A6-EBE7-2539E2D43A3D}"/>
          </ac:cxnSpMkLst>
        </pc:cxnChg>
        <pc:cxnChg chg="mod">
          <ac:chgData name="건민 김" userId="d1eddbeb2fe859bd" providerId="LiveId" clId="{EBB176FD-EACF-430B-8EAE-3428A3E4D02D}" dt="2026-06-18T16:14:47.059" v="2089" actId="12789"/>
          <ac:cxnSpMkLst>
            <pc:docMk/>
            <pc:sldMk cId="1671802680" sldId="319"/>
            <ac:cxnSpMk id="15" creationId="{7F3BB538-2E2D-A734-30EE-D114B8A9F99D}"/>
          </ac:cxnSpMkLst>
        </pc:cxnChg>
        <pc:cxnChg chg="mod">
          <ac:chgData name="건민 김" userId="d1eddbeb2fe859bd" providerId="LiveId" clId="{EBB176FD-EACF-430B-8EAE-3428A3E4D02D}" dt="2026-06-21T10:26:25.039" v="5257" actId="164"/>
          <ac:cxnSpMkLst>
            <pc:docMk/>
            <pc:sldMk cId="1671802680" sldId="319"/>
            <ac:cxnSpMk id="16" creationId="{620069B3-1808-F9AC-BFDC-D3498FDD8735}"/>
          </ac:cxnSpMkLst>
        </pc:cxnChg>
      </pc:sldChg>
      <pc:sldChg chg="addSp delSp modSp mod modAnim">
        <pc:chgData name="건민 김" userId="d1eddbeb2fe859bd" providerId="LiveId" clId="{EBB176FD-EACF-430B-8EAE-3428A3E4D02D}" dt="2026-06-21T12:21:11.552" v="6653" actId="20577"/>
        <pc:sldMkLst>
          <pc:docMk/>
          <pc:sldMk cId="509984010" sldId="321"/>
        </pc:sldMkLst>
        <pc:spChg chg="add mod ord">
          <ac:chgData name="건민 김" userId="d1eddbeb2fe859bd" providerId="LiveId" clId="{EBB176FD-EACF-430B-8EAE-3428A3E4D02D}" dt="2026-06-21T09:47:58.048" v="4503" actId="167"/>
          <ac:spMkLst>
            <pc:docMk/>
            <pc:sldMk cId="509984010" sldId="321"/>
            <ac:spMk id="4" creationId="{33BE7C2E-CFF1-6174-6C49-A52BB097A9F8}"/>
          </ac:spMkLst>
        </pc:spChg>
        <pc:spChg chg="add mod ord">
          <ac:chgData name="건민 김" userId="d1eddbeb2fe859bd" providerId="LiveId" clId="{EBB176FD-EACF-430B-8EAE-3428A3E4D02D}" dt="2026-06-21T09:50:09.200" v="4631" actId="167"/>
          <ac:spMkLst>
            <pc:docMk/>
            <pc:sldMk cId="509984010" sldId="321"/>
            <ac:spMk id="7" creationId="{D446C450-1CD5-A784-432D-701BA6FC504D}"/>
          </ac:spMkLst>
        </pc:spChg>
        <pc:spChg chg="mod ord">
          <ac:chgData name="건민 김" userId="d1eddbeb2fe859bd" providerId="LiveId" clId="{EBB176FD-EACF-430B-8EAE-3428A3E4D02D}" dt="2026-06-21T09:47:54.483" v="4502" actId="167"/>
          <ac:spMkLst>
            <pc:docMk/>
            <pc:sldMk cId="509984010" sldId="321"/>
            <ac:spMk id="12" creationId="{BC4CEE78-8ECF-3BB6-08A2-7B5F3D70F1E5}"/>
          </ac:spMkLst>
        </pc:spChg>
        <pc:spChg chg="del">
          <ac:chgData name="건민 김" userId="d1eddbeb2fe859bd" providerId="LiveId" clId="{EBB176FD-EACF-430B-8EAE-3428A3E4D02D}" dt="2026-06-21T09:47:17.691" v="4489" actId="478"/>
          <ac:spMkLst>
            <pc:docMk/>
            <pc:sldMk cId="509984010" sldId="321"/>
            <ac:spMk id="13" creationId="{B6DFC2C8-4801-65D5-3191-3C32677489FE}"/>
          </ac:spMkLst>
        </pc:spChg>
        <pc:spChg chg="del">
          <ac:chgData name="건민 김" userId="d1eddbeb2fe859bd" providerId="LiveId" clId="{EBB176FD-EACF-430B-8EAE-3428A3E4D02D}" dt="2026-06-21T09:47:18.907" v="4490" actId="478"/>
          <ac:spMkLst>
            <pc:docMk/>
            <pc:sldMk cId="509984010" sldId="321"/>
            <ac:spMk id="14" creationId="{2C7E815C-56DD-D3E9-D537-7BFD91FEAFC1}"/>
          </ac:spMkLst>
        </pc:spChg>
        <pc:spChg chg="del">
          <ac:chgData name="건민 김" userId="d1eddbeb2fe859bd" providerId="LiveId" clId="{EBB176FD-EACF-430B-8EAE-3428A3E4D02D}" dt="2026-06-21T09:49:11.692" v="4516" actId="478"/>
          <ac:spMkLst>
            <pc:docMk/>
            <pc:sldMk cId="509984010" sldId="321"/>
            <ac:spMk id="15" creationId="{B851EF6F-F110-8F2F-AC6B-F9B5787E8DC6}"/>
          </ac:spMkLst>
        </pc:spChg>
        <pc:spChg chg="del">
          <ac:chgData name="건민 김" userId="d1eddbeb2fe859bd" providerId="LiveId" clId="{EBB176FD-EACF-430B-8EAE-3428A3E4D02D}" dt="2026-06-21T09:49:12.041" v="4517" actId="478"/>
          <ac:spMkLst>
            <pc:docMk/>
            <pc:sldMk cId="509984010" sldId="321"/>
            <ac:spMk id="16" creationId="{8FE17E10-4435-631B-ED28-6B8A37E081A1}"/>
          </ac:spMkLst>
        </pc:spChg>
        <pc:spChg chg="del">
          <ac:chgData name="건민 김" userId="d1eddbeb2fe859bd" providerId="LiveId" clId="{EBB176FD-EACF-430B-8EAE-3428A3E4D02D}" dt="2026-06-21T09:49:12.761" v="4518" actId="478"/>
          <ac:spMkLst>
            <pc:docMk/>
            <pc:sldMk cId="509984010" sldId="321"/>
            <ac:spMk id="17" creationId="{D8FBBA67-73F2-BA2D-6743-D9F06B73D669}"/>
          </ac:spMkLst>
        </pc:spChg>
        <pc:spChg chg="mod">
          <ac:chgData name="건민 김" userId="d1eddbeb2fe859bd" providerId="LiveId" clId="{EBB176FD-EACF-430B-8EAE-3428A3E4D02D}" dt="2026-06-21T09:50:32.063" v="4632" actId="208"/>
          <ac:spMkLst>
            <pc:docMk/>
            <pc:sldMk cId="509984010" sldId="321"/>
            <ac:spMk id="18" creationId="{023F3353-8CC5-5B50-1E6A-21629EF7A818}"/>
          </ac:spMkLst>
        </pc:spChg>
        <pc:spChg chg="mod">
          <ac:chgData name="건민 김" userId="d1eddbeb2fe859bd" providerId="LiveId" clId="{EBB176FD-EACF-430B-8EAE-3428A3E4D02D}" dt="2026-06-21T09:50:36.465" v="4633" actId="208"/>
          <ac:spMkLst>
            <pc:docMk/>
            <pc:sldMk cId="509984010" sldId="321"/>
            <ac:spMk id="22" creationId="{5CF5AFB6-0954-6534-443F-9621C719EDB9}"/>
          </ac:spMkLst>
        </pc:spChg>
        <pc:spChg chg="mod">
          <ac:chgData name="건민 김" userId="d1eddbeb2fe859bd" providerId="LiveId" clId="{EBB176FD-EACF-430B-8EAE-3428A3E4D02D}" dt="2026-06-21T09:46:18.629" v="4480" actId="14100"/>
          <ac:spMkLst>
            <pc:docMk/>
            <pc:sldMk cId="509984010" sldId="321"/>
            <ac:spMk id="29" creationId="{34E1AF51-9BCA-0ADE-677F-9F8505D58208}"/>
          </ac:spMkLst>
        </pc:spChg>
        <pc:spChg chg="add del mod">
          <ac:chgData name="건민 김" userId="d1eddbeb2fe859bd" providerId="LiveId" clId="{EBB176FD-EACF-430B-8EAE-3428A3E4D02D}" dt="2026-06-21T09:49:10.434" v="4515" actId="14100"/>
          <ac:spMkLst>
            <pc:docMk/>
            <pc:sldMk cId="509984010" sldId="321"/>
            <ac:spMk id="33" creationId="{20C44355-CBC0-4AEA-C255-2C8E077EAD14}"/>
          </ac:spMkLst>
        </pc:spChg>
        <pc:spChg chg="add del">
          <ac:chgData name="건민 김" userId="d1eddbeb2fe859bd" providerId="LiveId" clId="{EBB176FD-EACF-430B-8EAE-3428A3E4D02D}" dt="2026-06-21T09:48:52.179" v="4507" actId="22"/>
          <ac:spMkLst>
            <pc:docMk/>
            <pc:sldMk cId="509984010" sldId="321"/>
            <ac:spMk id="37" creationId="{A89EC8B3-C500-914A-3352-4E7B0D1E2FCE}"/>
          </ac:spMkLst>
        </pc:spChg>
        <pc:spChg chg="add del">
          <ac:chgData name="건민 김" userId="d1eddbeb2fe859bd" providerId="LiveId" clId="{EBB176FD-EACF-430B-8EAE-3428A3E4D02D}" dt="2026-06-21T09:48:52.179" v="4507" actId="22"/>
          <ac:spMkLst>
            <pc:docMk/>
            <pc:sldMk cId="509984010" sldId="321"/>
            <ac:spMk id="39" creationId="{3CF5A85C-964E-13B0-F916-6941851E2B61}"/>
          </ac:spMkLst>
        </pc:spChg>
        <pc:spChg chg="add del">
          <ac:chgData name="건민 김" userId="d1eddbeb2fe859bd" providerId="LiveId" clId="{EBB176FD-EACF-430B-8EAE-3428A3E4D02D}" dt="2026-06-21T09:48:52.179" v="4507" actId="22"/>
          <ac:spMkLst>
            <pc:docMk/>
            <pc:sldMk cId="509984010" sldId="321"/>
            <ac:spMk id="43" creationId="{0BA52765-B755-0D00-348D-D35B279ECB0B}"/>
          </ac:spMkLst>
        </pc:spChg>
        <pc:spChg chg="add del mod">
          <ac:chgData name="건민 김" userId="d1eddbeb2fe859bd" providerId="LiveId" clId="{EBB176FD-EACF-430B-8EAE-3428A3E4D02D}" dt="2026-06-21T09:49:05.389" v="4511" actId="22"/>
          <ac:spMkLst>
            <pc:docMk/>
            <pc:sldMk cId="509984010" sldId="321"/>
            <ac:spMk id="45" creationId="{9148B1C9-D1DC-F4F8-9755-D6A00065104B}"/>
          </ac:spMkLst>
        </pc:spChg>
        <pc:spChg chg="add del mod">
          <ac:chgData name="건민 김" userId="d1eddbeb2fe859bd" providerId="LiveId" clId="{EBB176FD-EACF-430B-8EAE-3428A3E4D02D}" dt="2026-06-21T09:49:05.389" v="4511" actId="22"/>
          <ac:spMkLst>
            <pc:docMk/>
            <pc:sldMk cId="509984010" sldId="321"/>
            <ac:spMk id="47" creationId="{251B651B-7C9C-5938-A387-8AEC0457AB1A}"/>
          </ac:spMkLst>
        </pc:spChg>
        <pc:spChg chg="add del mod">
          <ac:chgData name="건민 김" userId="d1eddbeb2fe859bd" providerId="LiveId" clId="{EBB176FD-EACF-430B-8EAE-3428A3E4D02D}" dt="2026-06-21T09:49:05.389" v="4511" actId="22"/>
          <ac:spMkLst>
            <pc:docMk/>
            <pc:sldMk cId="509984010" sldId="321"/>
            <ac:spMk id="51" creationId="{87E959AC-9728-CD64-0D32-BD7E908F33EA}"/>
          </ac:spMkLst>
        </pc:spChg>
        <pc:spChg chg="add mod">
          <ac:chgData name="건민 김" userId="d1eddbeb2fe859bd" providerId="LiveId" clId="{EBB176FD-EACF-430B-8EAE-3428A3E4D02D}" dt="2026-06-21T09:50:05.990" v="4630" actId="207"/>
          <ac:spMkLst>
            <pc:docMk/>
            <pc:sldMk cId="509984010" sldId="321"/>
            <ac:spMk id="53" creationId="{38E3A94B-2D15-AD30-43C9-34F486336AEE}"/>
          </ac:spMkLst>
        </pc:spChg>
        <pc:spChg chg="add mod">
          <ac:chgData name="건민 김" userId="d1eddbeb2fe859bd" providerId="LiveId" clId="{EBB176FD-EACF-430B-8EAE-3428A3E4D02D}" dt="2026-06-21T09:50:05.990" v="4630" actId="207"/>
          <ac:spMkLst>
            <pc:docMk/>
            <pc:sldMk cId="509984010" sldId="321"/>
            <ac:spMk id="55" creationId="{1F720D43-0ED0-A5E9-275C-15361B78C8A0}"/>
          </ac:spMkLst>
        </pc:spChg>
        <pc:spChg chg="add mod ord">
          <ac:chgData name="건민 김" userId="d1eddbeb2fe859bd" providerId="LiveId" clId="{EBB176FD-EACF-430B-8EAE-3428A3E4D02D}" dt="2026-06-21T09:50:05.990" v="4630" actId="207"/>
          <ac:spMkLst>
            <pc:docMk/>
            <pc:sldMk cId="509984010" sldId="321"/>
            <ac:spMk id="59" creationId="{BABBA81D-A79D-6AF7-5C5B-4305F807ADE8}"/>
          </ac:spMkLst>
        </pc:spChg>
        <pc:graphicFrameChg chg="del">
          <ac:chgData name="건민 김" userId="d1eddbeb2fe859bd" providerId="LiveId" clId="{EBB176FD-EACF-430B-8EAE-3428A3E4D02D}" dt="2026-06-21T09:49:06.883" v="4512" actId="478"/>
          <ac:graphicFrameMkLst>
            <pc:docMk/>
            <pc:sldMk cId="509984010" sldId="321"/>
            <ac:graphicFrameMk id="11" creationId="{208AAD1A-BDA6-FD3D-0A4C-DFA3FC0F5ECA}"/>
          </ac:graphicFrameMkLst>
        </pc:graphicFrameChg>
        <pc:graphicFrameChg chg="add del">
          <ac:chgData name="건민 김" userId="d1eddbeb2fe859bd" providerId="LiveId" clId="{EBB176FD-EACF-430B-8EAE-3428A3E4D02D}" dt="2026-06-21T09:48:52.179" v="4507" actId="22"/>
          <ac:graphicFrameMkLst>
            <pc:docMk/>
            <pc:sldMk cId="509984010" sldId="321"/>
            <ac:graphicFrameMk id="41" creationId="{7B84A8B4-2A28-9F46-C3F4-2782EF199AC6}"/>
          </ac:graphicFrameMkLst>
        </pc:graphicFrameChg>
        <pc:graphicFrameChg chg="add del mod">
          <ac:chgData name="건민 김" userId="d1eddbeb2fe859bd" providerId="LiveId" clId="{EBB176FD-EACF-430B-8EAE-3428A3E4D02D}" dt="2026-06-21T09:49:05.389" v="4511" actId="22"/>
          <ac:graphicFrameMkLst>
            <pc:docMk/>
            <pc:sldMk cId="509984010" sldId="321"/>
            <ac:graphicFrameMk id="49" creationId="{EC7A1071-B178-DFA9-6D3E-36490658E8CD}"/>
          </ac:graphicFrameMkLst>
        </pc:graphicFrameChg>
        <pc:graphicFrameChg chg="add mod modGraphic">
          <ac:chgData name="건민 김" userId="d1eddbeb2fe859bd" providerId="LiveId" clId="{EBB176FD-EACF-430B-8EAE-3428A3E4D02D}" dt="2026-06-21T12:21:11.552" v="6653" actId="20577"/>
          <ac:graphicFrameMkLst>
            <pc:docMk/>
            <pc:sldMk cId="509984010" sldId="321"/>
            <ac:graphicFrameMk id="57" creationId="{9357A3AB-CEB0-A369-D2C0-28EE7D1B24C5}"/>
          </ac:graphicFrameMkLst>
        </pc:graphicFrameChg>
      </pc:sldChg>
      <pc:sldChg chg="modAnim">
        <pc:chgData name="건민 김" userId="d1eddbeb2fe859bd" providerId="LiveId" clId="{EBB176FD-EACF-430B-8EAE-3428A3E4D02D}" dt="2026-06-18T07:44:07.186" v="645"/>
        <pc:sldMkLst>
          <pc:docMk/>
          <pc:sldMk cId="2692295018" sldId="322"/>
        </pc:sldMkLst>
      </pc:sldChg>
      <pc:sldChg chg="modSp mod modAnim modNotesTx">
        <pc:chgData name="건민 김" userId="d1eddbeb2fe859bd" providerId="LiveId" clId="{EBB176FD-EACF-430B-8EAE-3428A3E4D02D}" dt="2026-06-20T01:07:33.706" v="3598" actId="20577"/>
        <pc:sldMkLst>
          <pc:docMk/>
          <pc:sldMk cId="2912570636" sldId="323"/>
        </pc:sldMkLst>
        <pc:spChg chg="mod">
          <ac:chgData name="건민 김" userId="d1eddbeb2fe859bd" providerId="LiveId" clId="{EBB176FD-EACF-430B-8EAE-3428A3E4D02D}" dt="2026-06-20T01:07:33.706" v="3598" actId="20577"/>
          <ac:spMkLst>
            <pc:docMk/>
            <pc:sldMk cId="2912570636" sldId="323"/>
            <ac:spMk id="5" creationId="{DDF56E76-0F23-0A9E-AB8B-160D3779A0CE}"/>
          </ac:spMkLst>
        </pc:spChg>
      </pc:sldChg>
      <pc:sldChg chg="modAnim">
        <pc:chgData name="건민 김" userId="d1eddbeb2fe859bd" providerId="LiveId" clId="{EBB176FD-EACF-430B-8EAE-3428A3E4D02D}" dt="2026-06-18T14:30:28.359" v="974"/>
        <pc:sldMkLst>
          <pc:docMk/>
          <pc:sldMk cId="1286516957" sldId="325"/>
        </pc:sldMkLst>
      </pc:sldChg>
      <pc:sldChg chg="modSp mod modAnim">
        <pc:chgData name="건민 김" userId="d1eddbeb2fe859bd" providerId="LiveId" clId="{EBB176FD-EACF-430B-8EAE-3428A3E4D02D}" dt="2026-06-20T01:06:48.453" v="3572" actId="20577"/>
        <pc:sldMkLst>
          <pc:docMk/>
          <pc:sldMk cId="1482425536" sldId="326"/>
        </pc:sldMkLst>
        <pc:spChg chg="mod">
          <ac:chgData name="건민 김" userId="d1eddbeb2fe859bd" providerId="LiveId" clId="{EBB176FD-EACF-430B-8EAE-3428A3E4D02D}" dt="2026-06-20T01:06:48.453" v="3572" actId="20577"/>
          <ac:spMkLst>
            <pc:docMk/>
            <pc:sldMk cId="1482425536" sldId="326"/>
            <ac:spMk id="5" creationId="{ECF99AEA-3236-F1F2-EF0E-7183D4A42336}"/>
          </ac:spMkLst>
        </pc:spChg>
      </pc:sldChg>
      <pc:sldChg chg="modSp mod modAnim">
        <pc:chgData name="건민 김" userId="d1eddbeb2fe859bd" providerId="LiveId" clId="{EBB176FD-EACF-430B-8EAE-3428A3E4D02D}" dt="2026-06-21T09:44:08.917" v="4434" actId="20577"/>
        <pc:sldMkLst>
          <pc:docMk/>
          <pc:sldMk cId="1675292018" sldId="327"/>
        </pc:sldMkLst>
        <pc:graphicFrameChg chg="mod modGraphic">
          <ac:chgData name="건민 김" userId="d1eddbeb2fe859bd" providerId="LiveId" clId="{EBB176FD-EACF-430B-8EAE-3428A3E4D02D}" dt="2026-06-21T09:44:08.917" v="4434" actId="20577"/>
          <ac:graphicFrameMkLst>
            <pc:docMk/>
            <pc:sldMk cId="1675292018" sldId="327"/>
            <ac:graphicFrameMk id="2" creationId="{05F212D9-1D7C-02AF-36E0-E31E84C5D883}"/>
          </ac:graphicFrameMkLst>
        </pc:graphicFrameChg>
      </pc:sldChg>
      <pc:sldChg chg="modAnim">
        <pc:chgData name="건민 김" userId="d1eddbeb2fe859bd" providerId="LiveId" clId="{EBB176FD-EACF-430B-8EAE-3428A3E4D02D}" dt="2026-06-18T07:44:03.230" v="644"/>
        <pc:sldMkLst>
          <pc:docMk/>
          <pc:sldMk cId="4122451381" sldId="328"/>
        </pc:sldMkLst>
      </pc:sldChg>
      <pc:sldChg chg="addSp delSp modSp add mod ord modTransition delAnim modAnim modNotesTx">
        <pc:chgData name="건민 김" userId="d1eddbeb2fe859bd" providerId="LiveId" clId="{EBB176FD-EACF-430B-8EAE-3428A3E4D02D}" dt="2026-06-21T10:25:00.323" v="5256" actId="20577"/>
        <pc:sldMkLst>
          <pc:docMk/>
          <pc:sldMk cId="432113083" sldId="329"/>
        </pc:sldMkLst>
        <pc:spChg chg="mod">
          <ac:chgData name="건민 김" userId="d1eddbeb2fe859bd" providerId="LiveId" clId="{EBB176FD-EACF-430B-8EAE-3428A3E4D02D}" dt="2026-06-18T07:23:28.154" v="436" actId="1076"/>
          <ac:spMkLst>
            <pc:docMk/>
            <pc:sldMk cId="432113083" sldId="329"/>
            <ac:spMk id="2" creationId="{4DEBD7C3-10AA-7641-FC14-F1F1A2FB81F3}"/>
          </ac:spMkLst>
        </pc:spChg>
        <pc:spChg chg="add mod">
          <ac:chgData name="건민 김" userId="d1eddbeb2fe859bd" providerId="LiveId" clId="{EBB176FD-EACF-430B-8EAE-3428A3E4D02D}" dt="2026-06-21T10:00:55.090" v="4681" actId="164"/>
          <ac:spMkLst>
            <pc:docMk/>
            <pc:sldMk cId="432113083" sldId="329"/>
            <ac:spMk id="3" creationId="{AF1DFEF2-1681-8688-EBEE-24A5929DA942}"/>
          </ac:spMkLst>
        </pc:spChg>
        <pc:spChg chg="add mod">
          <ac:chgData name="건민 김" userId="d1eddbeb2fe859bd" providerId="LiveId" clId="{EBB176FD-EACF-430B-8EAE-3428A3E4D02D}" dt="2026-06-21T10:25:00.323" v="5256" actId="20577"/>
          <ac:spMkLst>
            <pc:docMk/>
            <pc:sldMk cId="432113083" sldId="329"/>
            <ac:spMk id="6" creationId="{27381894-905F-1AC1-EDBB-AE59C4E51DC0}"/>
          </ac:spMkLst>
        </pc:spChg>
        <pc:spChg chg="add mod">
          <ac:chgData name="건민 김" userId="d1eddbeb2fe859bd" providerId="LiveId" clId="{EBB176FD-EACF-430B-8EAE-3428A3E4D02D}" dt="2026-06-21T10:00:55.090" v="4681" actId="164"/>
          <ac:spMkLst>
            <pc:docMk/>
            <pc:sldMk cId="432113083" sldId="329"/>
            <ac:spMk id="14" creationId="{5296D91B-29A2-5308-2530-CCBB7654C7A5}"/>
          </ac:spMkLst>
        </pc:spChg>
        <pc:grpChg chg="add mod">
          <ac:chgData name="건민 김" userId="d1eddbeb2fe859bd" providerId="LiveId" clId="{EBB176FD-EACF-430B-8EAE-3428A3E4D02D}" dt="2026-06-21T10:00:59.869" v="4726" actId="1035"/>
          <ac:grpSpMkLst>
            <pc:docMk/>
            <pc:sldMk cId="432113083" sldId="329"/>
            <ac:grpSpMk id="4" creationId="{5962F079-2559-7E30-9C27-AF53D65A1ABA}"/>
          </ac:grpSpMkLst>
        </pc:grpChg>
        <pc:picChg chg="add del">
          <ac:chgData name="건민 김" userId="d1eddbeb2fe859bd" providerId="LiveId" clId="{EBB176FD-EACF-430B-8EAE-3428A3E4D02D}" dt="2026-06-21T10:21:49.073" v="5222" actId="22"/>
          <ac:picMkLst>
            <pc:docMk/>
            <pc:sldMk cId="432113083" sldId="329"/>
            <ac:picMk id="8" creationId="{48878604-6440-5612-CA7A-CBE51097B6A4}"/>
          </ac:picMkLst>
        </pc:picChg>
        <pc:picChg chg="add del">
          <ac:chgData name="건민 김" userId="d1eddbeb2fe859bd" providerId="LiveId" clId="{EBB176FD-EACF-430B-8EAE-3428A3E4D02D}" dt="2026-06-21T10:22:07.765" v="5227" actId="22"/>
          <ac:picMkLst>
            <pc:docMk/>
            <pc:sldMk cId="432113083" sldId="329"/>
            <ac:picMk id="10" creationId="{F6B7700D-BFD1-F86B-6390-CF46C346B41A}"/>
          </ac:picMkLst>
        </pc:picChg>
      </pc:sldChg>
      <pc:sldChg chg="addSp modSp add mod modTransition modAnim modNotesTx">
        <pc:chgData name="건민 김" userId="d1eddbeb2fe859bd" providerId="LiveId" clId="{EBB176FD-EACF-430B-8EAE-3428A3E4D02D}" dt="2026-06-21T09:52:08.434" v="4643" actId="14100"/>
        <pc:sldMkLst>
          <pc:docMk/>
          <pc:sldMk cId="1556145003" sldId="330"/>
        </pc:sldMkLst>
        <pc:spChg chg="mod">
          <ac:chgData name="건민 김" userId="d1eddbeb2fe859bd" providerId="LiveId" clId="{EBB176FD-EACF-430B-8EAE-3428A3E4D02D}" dt="2026-06-21T09:44:23.760" v="4435" actId="164"/>
          <ac:spMkLst>
            <pc:docMk/>
            <pc:sldMk cId="1556145003" sldId="330"/>
            <ac:spMk id="3" creationId="{AF1DFEF2-1681-8688-EBEE-24A5929DA942}"/>
          </ac:spMkLst>
        </pc:spChg>
        <pc:spChg chg="mod">
          <ac:chgData name="건민 김" userId="d1eddbeb2fe859bd" providerId="LiveId" clId="{EBB176FD-EACF-430B-8EAE-3428A3E4D02D}" dt="2026-06-21T09:44:32.972" v="4436" actId="12788"/>
          <ac:spMkLst>
            <pc:docMk/>
            <pc:sldMk cId="1556145003" sldId="330"/>
            <ac:spMk id="4" creationId="{FA8BDC15-7B40-36B2-F117-FD9DC4C02E60}"/>
          </ac:spMkLst>
        </pc:spChg>
        <pc:spChg chg="mod">
          <ac:chgData name="건민 김" userId="d1eddbeb2fe859bd" providerId="LiveId" clId="{EBB176FD-EACF-430B-8EAE-3428A3E4D02D}" dt="2026-06-21T09:44:46.828" v="4440" actId="552"/>
          <ac:spMkLst>
            <pc:docMk/>
            <pc:sldMk cId="1556145003" sldId="330"/>
            <ac:spMk id="10" creationId="{FBA74296-1C4A-3586-E482-693C5C101510}"/>
          </ac:spMkLst>
        </pc:spChg>
        <pc:spChg chg="mod">
          <ac:chgData name="건민 김" userId="d1eddbeb2fe859bd" providerId="LiveId" clId="{EBB176FD-EACF-430B-8EAE-3428A3E4D02D}" dt="2026-06-21T09:44:40.374" v="4438" actId="12788"/>
          <ac:spMkLst>
            <pc:docMk/>
            <pc:sldMk cId="1556145003" sldId="330"/>
            <ac:spMk id="11" creationId="{AF93C283-3EFB-B410-E82C-FF3F9E638175}"/>
          </ac:spMkLst>
        </pc:spChg>
        <pc:spChg chg="mod">
          <ac:chgData name="건민 김" userId="d1eddbeb2fe859bd" providerId="LiveId" clId="{EBB176FD-EACF-430B-8EAE-3428A3E4D02D}" dt="2026-06-21T09:44:32.972" v="4436" actId="12788"/>
          <ac:spMkLst>
            <pc:docMk/>
            <pc:sldMk cId="1556145003" sldId="330"/>
            <ac:spMk id="12" creationId="{3FFF9717-A59A-F9F0-D18E-C831FF622CA6}"/>
          </ac:spMkLst>
        </pc:spChg>
        <pc:spChg chg="mod">
          <ac:chgData name="건민 김" userId="d1eddbeb2fe859bd" providerId="LiveId" clId="{EBB176FD-EACF-430B-8EAE-3428A3E4D02D}" dt="2026-06-21T09:44:23.760" v="4435" actId="164"/>
          <ac:spMkLst>
            <pc:docMk/>
            <pc:sldMk cId="1556145003" sldId="330"/>
            <ac:spMk id="14" creationId="{5296D91B-29A2-5308-2530-CCBB7654C7A5}"/>
          </ac:spMkLst>
        </pc:spChg>
        <pc:spChg chg="mod">
          <ac:chgData name="건민 김" userId="d1eddbeb2fe859bd" providerId="LiveId" clId="{EBB176FD-EACF-430B-8EAE-3428A3E4D02D}" dt="2026-06-21T09:52:08.434" v="4643" actId="14100"/>
          <ac:spMkLst>
            <pc:docMk/>
            <pc:sldMk cId="1556145003" sldId="330"/>
            <ac:spMk id="16" creationId="{5A79BCD5-98C3-61C6-EA6D-6C898CF8DD35}"/>
          </ac:spMkLst>
        </pc:spChg>
        <pc:spChg chg="mod">
          <ac:chgData name="건민 김" userId="d1eddbeb2fe859bd" providerId="LiveId" clId="{EBB176FD-EACF-430B-8EAE-3428A3E4D02D}" dt="2026-06-21T09:52:02.249" v="4642" actId="1076"/>
          <ac:spMkLst>
            <pc:docMk/>
            <pc:sldMk cId="1556145003" sldId="330"/>
            <ac:spMk id="17" creationId="{4D31E8EA-C9B1-640D-65BD-7E6EBEF40606}"/>
          </ac:spMkLst>
        </pc:spChg>
        <pc:grpChg chg="add mod">
          <ac:chgData name="건민 김" userId="d1eddbeb2fe859bd" providerId="LiveId" clId="{EBB176FD-EACF-430B-8EAE-3428A3E4D02D}" dt="2026-06-21T09:44:32.972" v="4436" actId="12788"/>
          <ac:grpSpMkLst>
            <pc:docMk/>
            <pc:sldMk cId="1556145003" sldId="330"/>
            <ac:grpSpMk id="6" creationId="{5073EA02-4C06-EDDB-201B-7AB1D9EC0E02}"/>
          </ac:grpSpMkLst>
        </pc:grpChg>
      </pc:sldChg>
      <pc:sldChg chg="addSp modSp add mod modAnim modNotesTx">
        <pc:chgData name="건민 김" userId="d1eddbeb2fe859bd" providerId="LiveId" clId="{EBB176FD-EACF-430B-8EAE-3428A3E4D02D}" dt="2026-06-21T09:45:12.739" v="4444" actId="12788"/>
        <pc:sldMkLst>
          <pc:docMk/>
          <pc:sldMk cId="4221050866" sldId="331"/>
        </pc:sldMkLst>
        <pc:spChg chg="mod">
          <ac:chgData name="건민 김" userId="d1eddbeb2fe859bd" providerId="LiveId" clId="{EBB176FD-EACF-430B-8EAE-3428A3E4D02D}" dt="2026-06-21T09:45:07.289" v="4443" actId="164"/>
          <ac:spMkLst>
            <pc:docMk/>
            <pc:sldMk cId="4221050866" sldId="331"/>
            <ac:spMk id="3" creationId="{AF1DFEF2-1681-8688-EBEE-24A5929DA942}"/>
          </ac:spMkLst>
        </pc:spChg>
        <pc:spChg chg="mod">
          <ac:chgData name="건민 김" userId="d1eddbeb2fe859bd" providerId="LiveId" clId="{EBB176FD-EACF-430B-8EAE-3428A3E4D02D}" dt="2026-06-21T09:45:12.739" v="4444" actId="12788"/>
          <ac:spMkLst>
            <pc:docMk/>
            <pc:sldMk cId="4221050866" sldId="331"/>
            <ac:spMk id="4" creationId="{FA8BDC15-7B40-36B2-F117-FD9DC4C02E60}"/>
          </ac:spMkLst>
        </pc:spChg>
        <pc:spChg chg="mod">
          <ac:chgData name="건민 김" userId="d1eddbeb2fe859bd" providerId="LiveId" clId="{EBB176FD-EACF-430B-8EAE-3428A3E4D02D}" dt="2026-06-18T07:39:44.633" v="611" actId="20577"/>
          <ac:spMkLst>
            <pc:docMk/>
            <pc:sldMk cId="4221050866" sldId="331"/>
            <ac:spMk id="10" creationId="{FBA74296-1C4A-3586-E482-693C5C101510}"/>
          </ac:spMkLst>
        </pc:spChg>
        <pc:spChg chg="mod">
          <ac:chgData name="건민 김" userId="d1eddbeb2fe859bd" providerId="LiveId" clId="{EBB176FD-EACF-430B-8EAE-3428A3E4D02D}" dt="2026-06-18T07:39:51.485" v="618" actId="20577"/>
          <ac:spMkLst>
            <pc:docMk/>
            <pc:sldMk cId="4221050866" sldId="331"/>
            <ac:spMk id="11" creationId="{AF93C283-3EFB-B410-E82C-FF3F9E638175}"/>
          </ac:spMkLst>
        </pc:spChg>
        <pc:spChg chg="mod">
          <ac:chgData name="건민 김" userId="d1eddbeb2fe859bd" providerId="LiveId" clId="{EBB176FD-EACF-430B-8EAE-3428A3E4D02D}" dt="2026-06-21T09:45:12.739" v="4444" actId="12788"/>
          <ac:spMkLst>
            <pc:docMk/>
            <pc:sldMk cId="4221050866" sldId="331"/>
            <ac:spMk id="12" creationId="{3FFF9717-A59A-F9F0-D18E-C831FF622CA6}"/>
          </ac:spMkLst>
        </pc:spChg>
        <pc:spChg chg="mod">
          <ac:chgData name="건민 김" userId="d1eddbeb2fe859bd" providerId="LiveId" clId="{EBB176FD-EACF-430B-8EAE-3428A3E4D02D}" dt="2026-06-21T09:45:07.289" v="4443" actId="164"/>
          <ac:spMkLst>
            <pc:docMk/>
            <pc:sldMk cId="4221050866" sldId="331"/>
            <ac:spMk id="14" creationId="{5296D91B-29A2-5308-2530-CCBB7654C7A5}"/>
          </ac:spMkLst>
        </pc:spChg>
        <pc:spChg chg="mod">
          <ac:chgData name="건민 김" userId="d1eddbeb2fe859bd" providerId="LiveId" clId="{EBB176FD-EACF-430B-8EAE-3428A3E4D02D}" dt="2026-06-18T16:14:32.239" v="2088" actId="12789"/>
          <ac:spMkLst>
            <pc:docMk/>
            <pc:sldMk cId="4221050866" sldId="331"/>
            <ac:spMk id="16" creationId="{5A79BCD5-98C3-61C6-EA6D-6C898CF8DD35}"/>
          </ac:spMkLst>
        </pc:spChg>
        <pc:spChg chg="mod">
          <ac:chgData name="건민 김" userId="d1eddbeb2fe859bd" providerId="LiveId" clId="{EBB176FD-EACF-430B-8EAE-3428A3E4D02D}" dt="2026-06-18T16:14:32.239" v="2088" actId="12789"/>
          <ac:spMkLst>
            <pc:docMk/>
            <pc:sldMk cId="4221050866" sldId="331"/>
            <ac:spMk id="17" creationId="{4D31E8EA-C9B1-640D-65BD-7E6EBEF40606}"/>
          </ac:spMkLst>
        </pc:spChg>
        <pc:grpChg chg="add mod">
          <ac:chgData name="건민 김" userId="d1eddbeb2fe859bd" providerId="LiveId" clId="{EBB176FD-EACF-430B-8EAE-3428A3E4D02D}" dt="2026-06-21T09:45:12.739" v="4444" actId="12788"/>
          <ac:grpSpMkLst>
            <pc:docMk/>
            <pc:sldMk cId="4221050866" sldId="331"/>
            <ac:grpSpMk id="6" creationId="{AAB23529-2527-32CD-6B5A-D9419265BE79}"/>
          </ac:grpSpMkLst>
        </pc:grpChg>
      </pc:sldChg>
      <pc:sldChg chg="delSp modSp add mod modTransition modNotesTx">
        <pc:chgData name="건민 김" userId="d1eddbeb2fe859bd" providerId="LiveId" clId="{EBB176FD-EACF-430B-8EAE-3428A3E4D02D}" dt="2026-06-21T09:45:58.798" v="4479" actId="1037"/>
        <pc:sldMkLst>
          <pc:docMk/>
          <pc:sldMk cId="1069575827" sldId="332"/>
        </pc:sldMkLst>
        <pc:spChg chg="mod">
          <ac:chgData name="건민 김" userId="d1eddbeb2fe859bd" providerId="LiveId" clId="{EBB176FD-EACF-430B-8EAE-3428A3E4D02D}" dt="2026-06-18T07:55:28.234" v="676" actId="1076"/>
          <ac:spMkLst>
            <pc:docMk/>
            <pc:sldMk cId="1069575827" sldId="332"/>
            <ac:spMk id="2" creationId="{4DEBD7C3-10AA-7641-FC14-F1F1A2FB81F3}"/>
          </ac:spMkLst>
        </pc:spChg>
        <pc:spChg chg="mod">
          <ac:chgData name="건민 김" userId="d1eddbeb2fe859bd" providerId="LiveId" clId="{EBB176FD-EACF-430B-8EAE-3428A3E4D02D}" dt="2026-06-21T09:45:56.637" v="4467" actId="1037"/>
          <ac:spMkLst>
            <pc:docMk/>
            <pc:sldMk cId="1069575827" sldId="332"/>
            <ac:spMk id="10" creationId="{FBA74296-1C4A-3586-E482-693C5C101510}"/>
          </ac:spMkLst>
        </pc:spChg>
        <pc:spChg chg="mod">
          <ac:chgData name="건민 김" userId="d1eddbeb2fe859bd" providerId="LiveId" clId="{EBB176FD-EACF-430B-8EAE-3428A3E4D02D}" dt="2026-06-21T09:45:58.798" v="4479" actId="1037"/>
          <ac:spMkLst>
            <pc:docMk/>
            <pc:sldMk cId="1069575827" sldId="332"/>
            <ac:spMk id="11" creationId="{AF93C283-3EFB-B410-E82C-FF3F9E638175}"/>
          </ac:spMkLst>
        </pc:spChg>
        <pc:spChg chg="mod">
          <ac:chgData name="건민 김" userId="d1eddbeb2fe859bd" providerId="LiveId" clId="{EBB176FD-EACF-430B-8EAE-3428A3E4D02D}" dt="2026-06-21T09:45:49.776" v="4445" actId="12788"/>
          <ac:spMkLst>
            <pc:docMk/>
            <pc:sldMk cId="1069575827" sldId="332"/>
            <ac:spMk id="12" creationId="{3FFF9717-A59A-F9F0-D18E-C831FF622CA6}"/>
          </ac:spMkLst>
        </pc:spChg>
        <pc:spChg chg="mod">
          <ac:chgData name="건민 김" userId="d1eddbeb2fe859bd" providerId="LiveId" clId="{EBB176FD-EACF-430B-8EAE-3428A3E4D02D}" dt="2026-06-18T07:38:59.255" v="598" actId="1076"/>
          <ac:spMkLst>
            <pc:docMk/>
            <pc:sldMk cId="1069575827" sldId="332"/>
            <ac:spMk id="15" creationId="{19A72AA3-1184-870B-F29F-C688C62EE954}"/>
          </ac:spMkLst>
        </pc:spChg>
        <pc:spChg chg="mod">
          <ac:chgData name="건민 김" userId="d1eddbeb2fe859bd" providerId="LiveId" clId="{EBB176FD-EACF-430B-8EAE-3428A3E4D02D}" dt="2026-06-18T16:14:20.746" v="2087" actId="12789"/>
          <ac:spMkLst>
            <pc:docMk/>
            <pc:sldMk cId="1069575827" sldId="332"/>
            <ac:spMk id="16" creationId="{5A79BCD5-98C3-61C6-EA6D-6C898CF8DD35}"/>
          </ac:spMkLst>
        </pc:spChg>
        <pc:spChg chg="mod">
          <ac:chgData name="건민 김" userId="d1eddbeb2fe859bd" providerId="LiveId" clId="{EBB176FD-EACF-430B-8EAE-3428A3E4D02D}" dt="2026-06-18T16:14:20.746" v="2087" actId="12789"/>
          <ac:spMkLst>
            <pc:docMk/>
            <pc:sldMk cId="1069575827" sldId="332"/>
            <ac:spMk id="17" creationId="{4D31E8EA-C9B1-640D-65BD-7E6EBEF40606}"/>
          </ac:spMkLst>
        </pc:spChg>
      </pc:sldChg>
      <pc:sldChg chg="addSp delSp modSp add mod modAnim">
        <pc:chgData name="건민 김" userId="d1eddbeb2fe859bd" providerId="LiveId" clId="{EBB176FD-EACF-430B-8EAE-3428A3E4D02D}" dt="2026-06-21T12:23:27.561" v="6661"/>
        <pc:sldMkLst>
          <pc:docMk/>
          <pc:sldMk cId="1224575186" sldId="333"/>
        </pc:sldMkLst>
        <pc:spChg chg="mod">
          <ac:chgData name="건민 김" userId="d1eddbeb2fe859bd" providerId="LiveId" clId="{EBB176FD-EACF-430B-8EAE-3428A3E4D02D}" dt="2026-06-18T14:50:30.560" v="1559" actId="20577"/>
          <ac:spMkLst>
            <pc:docMk/>
            <pc:sldMk cId="1224575186" sldId="333"/>
            <ac:spMk id="2" creationId="{BCBCBE02-D794-1F14-9636-B9AB5CA2820A}"/>
          </ac:spMkLst>
        </pc:spChg>
        <pc:spChg chg="mod">
          <ac:chgData name="건민 김" userId="d1eddbeb2fe859bd" providerId="LiveId" clId="{EBB176FD-EACF-430B-8EAE-3428A3E4D02D}" dt="2026-06-20T01:07:16.399" v="3586" actId="20577"/>
          <ac:spMkLst>
            <pc:docMk/>
            <pc:sldMk cId="1224575186" sldId="333"/>
            <ac:spMk id="5" creationId="{F39839EE-D031-BEFF-36CA-35644D4DAE70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39" creationId="{24D38CA8-CBCB-5E54-40CC-2AF132833D37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40" creationId="{F25775FA-DF2B-6802-83F6-276A079FEF7A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41" creationId="{3ED08935-99B1-75C5-1DDC-F690D0C6AC6C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45" creationId="{31051D6C-CCA8-DBBC-19FC-A9084B6D9C37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46" creationId="{F0EA3542-1E57-2B44-4A70-731AB2858086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47" creationId="{96F2B88C-1B03-35EF-A8B8-00EBE31D30FF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51" creationId="{FFD14C93-3DF7-3EE5-C0FE-90774C7E140A}"/>
          </ac:spMkLst>
        </pc:spChg>
        <pc:spChg chg="add mod">
          <ac:chgData name="건민 김" userId="d1eddbeb2fe859bd" providerId="LiveId" clId="{EBB176FD-EACF-430B-8EAE-3428A3E4D02D}" dt="2026-06-21T12:23:19.823" v="6659" actId="165"/>
          <ac:spMkLst>
            <pc:docMk/>
            <pc:sldMk cId="1224575186" sldId="333"/>
            <ac:spMk id="52" creationId="{FFA9F223-CDE1-4352-89B4-0259DBD6F394}"/>
          </ac:spMkLst>
        </pc:spChg>
        <pc:grpChg chg="add mod">
          <ac:chgData name="건민 김" userId="d1eddbeb2fe859bd" providerId="LiveId" clId="{EBB176FD-EACF-430B-8EAE-3428A3E4D02D}" dt="2026-06-21T12:23:17.691" v="6658" actId="1076"/>
          <ac:grpSpMkLst>
            <pc:docMk/>
            <pc:sldMk cId="1224575186" sldId="333"/>
            <ac:grpSpMk id="3" creationId="{B60D5502-4EDD-937B-6706-88BA950F734E}"/>
          </ac:grpSpMkLst>
        </pc:grpChg>
        <pc:grpChg chg="add mod">
          <ac:chgData name="건민 김" userId="d1eddbeb2fe859bd" providerId="LiveId" clId="{EBB176FD-EACF-430B-8EAE-3428A3E4D02D}" dt="2026-06-21T10:00:25.533" v="4678" actId="164"/>
          <ac:grpSpMkLst>
            <pc:docMk/>
            <pc:sldMk cId="1224575186" sldId="333"/>
            <ac:grpSpMk id="7" creationId="{B21BD7C3-B01C-A04E-B71D-E7F9519E5DEA}"/>
          </ac:grpSpMkLst>
        </pc:grpChg>
        <pc:grpChg chg="add mod">
          <ac:chgData name="건민 김" userId="d1eddbeb2fe859bd" providerId="LiveId" clId="{EBB176FD-EACF-430B-8EAE-3428A3E4D02D}" dt="2026-06-21T09:52:25.637" v="4644" actId="164"/>
          <ac:grpSpMkLst>
            <pc:docMk/>
            <pc:sldMk cId="1224575186" sldId="333"/>
            <ac:grpSpMk id="58" creationId="{C2C17ABF-D289-4059-F816-2FD905F1FF8F}"/>
          </ac:grpSpMkLst>
        </pc:grpChg>
        <pc:grpChg chg="add mod">
          <ac:chgData name="건민 김" userId="d1eddbeb2fe859bd" providerId="LiveId" clId="{EBB176FD-EACF-430B-8EAE-3428A3E4D02D}" dt="2026-06-21T09:52:25.637" v="4644" actId="164"/>
          <ac:grpSpMkLst>
            <pc:docMk/>
            <pc:sldMk cId="1224575186" sldId="333"/>
            <ac:grpSpMk id="59" creationId="{EA668F66-FDBF-60E5-D6F2-45B75A99F738}"/>
          </ac:grpSpMkLst>
        </pc:grpChg>
        <pc:grpChg chg="add mod">
          <ac:chgData name="건민 김" userId="d1eddbeb2fe859bd" providerId="LiveId" clId="{EBB176FD-EACF-430B-8EAE-3428A3E4D02D}" dt="2026-06-21T09:52:25.637" v="4644" actId="164"/>
          <ac:grpSpMkLst>
            <pc:docMk/>
            <pc:sldMk cId="1224575186" sldId="333"/>
            <ac:grpSpMk id="60" creationId="{3E9CD744-12C6-90D2-21A4-B952EE9DCDEF}"/>
          </ac:grpSpMkLst>
        </pc:grpChg>
        <pc:picChg chg="add del mod">
          <ac:chgData name="건민 김" userId="d1eddbeb2fe859bd" providerId="LiveId" clId="{EBB176FD-EACF-430B-8EAE-3428A3E4D02D}" dt="2026-06-21T10:04:02.044" v="4740" actId="12789"/>
          <ac:picMkLst>
            <pc:docMk/>
            <pc:sldMk cId="1224575186" sldId="333"/>
            <ac:picMk id="6" creationId="{073D1A96-3D8D-1485-7EA2-C674465F8C03}"/>
          </ac:picMkLst>
        </pc:picChg>
        <pc:picChg chg="add del mod">
          <ac:chgData name="건민 김" userId="d1eddbeb2fe859bd" providerId="LiveId" clId="{EBB176FD-EACF-430B-8EAE-3428A3E4D02D}" dt="2026-06-21T09:59:48.728" v="4669" actId="478"/>
          <ac:picMkLst>
            <pc:docMk/>
            <pc:sldMk cId="1224575186" sldId="333"/>
            <ac:picMk id="42" creationId="{24BAB2B8-46AE-DF8C-F729-91C0103A5ED0}"/>
          </ac:picMkLst>
        </pc:picChg>
        <pc:picChg chg="add del mod">
          <ac:chgData name="건민 김" userId="d1eddbeb2fe859bd" providerId="LiveId" clId="{EBB176FD-EACF-430B-8EAE-3428A3E4D02D}" dt="2026-06-21T12:23:19.823" v="6659" actId="165"/>
          <ac:picMkLst>
            <pc:docMk/>
            <pc:sldMk cId="1224575186" sldId="333"/>
            <ac:picMk id="43" creationId="{0AE1503D-7EB8-48A7-768A-68710656644E}"/>
          </ac:picMkLst>
        </pc:picChg>
        <pc:picChg chg="add mod">
          <ac:chgData name="건민 김" userId="d1eddbeb2fe859bd" providerId="LiveId" clId="{EBB176FD-EACF-430B-8EAE-3428A3E4D02D}" dt="2026-06-21T12:23:19.823" v="6659" actId="165"/>
          <ac:picMkLst>
            <pc:docMk/>
            <pc:sldMk cId="1224575186" sldId="333"/>
            <ac:picMk id="44" creationId="{231CA159-6B41-0BF4-8A85-C941BDDDAA36}"/>
          </ac:picMkLst>
        </pc:picChg>
      </pc:sldChg>
      <pc:sldChg chg="addSp delSp modSp add mod ord modAnim">
        <pc:chgData name="건민 김" userId="d1eddbeb2fe859bd" providerId="LiveId" clId="{EBB176FD-EACF-430B-8EAE-3428A3E4D02D}" dt="2026-06-21T09:53:32.173" v="4649" actId="20577"/>
        <pc:sldMkLst>
          <pc:docMk/>
          <pc:sldMk cId="3169432250" sldId="334"/>
        </pc:sldMkLst>
        <pc:spChg chg="mod">
          <ac:chgData name="건민 김" userId="d1eddbeb2fe859bd" providerId="LiveId" clId="{EBB176FD-EACF-430B-8EAE-3428A3E4D02D}" dt="2026-06-21T09:53:32.173" v="4649" actId="20577"/>
          <ac:spMkLst>
            <pc:docMk/>
            <pc:sldMk cId="3169432250" sldId="334"/>
            <ac:spMk id="5" creationId="{36E55579-4EE2-6CC9-9404-7F4649735089}"/>
          </ac:spMkLst>
        </pc:spChg>
        <pc:spChg chg="mod">
          <ac:chgData name="건민 김" userId="d1eddbeb2fe859bd" providerId="LiveId" clId="{EBB176FD-EACF-430B-8EAE-3428A3E4D02D}" dt="2026-06-18T23:35:55.044" v="3527" actId="20577"/>
          <ac:spMkLst>
            <pc:docMk/>
            <pc:sldMk cId="3169432250" sldId="334"/>
            <ac:spMk id="6" creationId="{8B22F739-09DA-7BB4-68D4-6FC46C91D79D}"/>
          </ac:spMkLst>
        </pc:spChg>
        <pc:spChg chg="mod">
          <ac:chgData name="건민 김" userId="d1eddbeb2fe859bd" providerId="LiveId" clId="{EBB176FD-EACF-430B-8EAE-3428A3E4D02D}" dt="2026-06-21T09:53:16.182" v="4645" actId="12789"/>
          <ac:spMkLst>
            <pc:docMk/>
            <pc:sldMk cId="3169432250" sldId="334"/>
            <ac:spMk id="14" creationId="{B430C8FB-8206-EE92-379F-8E0CE673094F}"/>
          </ac:spMkLst>
        </pc:spChg>
        <pc:spChg chg="mod">
          <ac:chgData name="건민 김" userId="d1eddbeb2fe859bd" providerId="LiveId" clId="{EBB176FD-EACF-430B-8EAE-3428A3E4D02D}" dt="2026-06-21T09:53:16.182" v="4645" actId="12789"/>
          <ac:spMkLst>
            <pc:docMk/>
            <pc:sldMk cId="3169432250" sldId="334"/>
            <ac:spMk id="16" creationId="{DF183249-E0AD-CFF9-1EC3-E8B998677E0F}"/>
          </ac:spMkLst>
        </pc:spChg>
      </pc:sldChg>
      <pc:sldChg chg="modSp mod modAnim modNotesTx">
        <pc:chgData name="건민 김" userId="d1eddbeb2fe859bd" providerId="LiveId" clId="{EBB176FD-EACF-430B-8EAE-3428A3E4D02D}" dt="2026-06-20T00:29:53.677" v="3548" actId="20577"/>
        <pc:sldMkLst>
          <pc:docMk/>
          <pc:sldMk cId="1961443699" sldId="335"/>
        </pc:sldMkLst>
        <pc:grpChg chg="mod">
          <ac:chgData name="건민 김" userId="d1eddbeb2fe859bd" providerId="LiveId" clId="{EBB176FD-EACF-430B-8EAE-3428A3E4D02D}" dt="2026-06-18T16:13:12.261" v="2075" actId="12789"/>
          <ac:grpSpMkLst>
            <pc:docMk/>
            <pc:sldMk cId="1961443699" sldId="335"/>
            <ac:grpSpMk id="9" creationId="{9BB83461-D18F-1395-9C00-D4848009B7A4}"/>
          </ac:grpSpMkLst>
        </pc:grpChg>
        <pc:picChg chg="mod">
          <ac:chgData name="건민 김" userId="d1eddbeb2fe859bd" providerId="LiveId" clId="{EBB176FD-EACF-430B-8EAE-3428A3E4D02D}" dt="2026-06-18T16:13:12.261" v="2075" actId="12789"/>
          <ac:picMkLst>
            <pc:docMk/>
            <pc:sldMk cId="1961443699" sldId="335"/>
            <ac:picMk id="3" creationId="{127837AC-CEB0-A976-FE1F-D2BA26CE15F2}"/>
          </ac:picMkLst>
        </pc:picChg>
      </pc:sldChg>
      <pc:sldChg chg="modSp mod modNotesTx">
        <pc:chgData name="건민 김" userId="d1eddbeb2fe859bd" providerId="LiveId" clId="{EBB176FD-EACF-430B-8EAE-3428A3E4D02D}" dt="2026-06-21T09:54:42.745" v="4654" actId="403"/>
        <pc:sldMkLst>
          <pc:docMk/>
          <pc:sldMk cId="4290140928" sldId="336"/>
        </pc:sldMkLst>
        <pc:spChg chg="mod">
          <ac:chgData name="건민 김" userId="d1eddbeb2fe859bd" providerId="LiveId" clId="{EBB176FD-EACF-430B-8EAE-3428A3E4D02D}" dt="2026-06-21T09:54:42.745" v="4654" actId="403"/>
          <ac:spMkLst>
            <pc:docMk/>
            <pc:sldMk cId="4290140928" sldId="336"/>
            <ac:spMk id="28" creationId="{0700AA7D-5A27-064C-8AC9-7EDAB46D7D6C}"/>
          </ac:spMkLst>
        </pc:spChg>
      </pc:sldChg>
      <pc:sldChg chg="addSp delSp modSp add mod modNotesTx">
        <pc:chgData name="건민 김" userId="d1eddbeb2fe859bd" providerId="LiveId" clId="{EBB176FD-EACF-430B-8EAE-3428A3E4D02D}" dt="2026-06-21T11:53:06.555" v="6297" actId="1037"/>
        <pc:sldMkLst>
          <pc:docMk/>
          <pc:sldMk cId="785050491" sldId="337"/>
        </pc:sldMkLst>
        <pc:spChg chg="mod">
          <ac:chgData name="건민 김" userId="d1eddbeb2fe859bd" providerId="LiveId" clId="{EBB176FD-EACF-430B-8EAE-3428A3E4D02D}" dt="2026-06-21T10:48:01.233" v="5373" actId="20577"/>
          <ac:spMkLst>
            <pc:docMk/>
            <pc:sldMk cId="785050491" sldId="337"/>
            <ac:spMk id="2" creationId="{BCBCBE02-D794-1F14-9636-B9AB5CA2820A}"/>
          </ac:spMkLst>
        </pc:spChg>
        <pc:spChg chg="add mod">
          <ac:chgData name="건민 김" userId="d1eddbeb2fe859bd" providerId="LiveId" clId="{EBB176FD-EACF-430B-8EAE-3428A3E4D02D}" dt="2026-06-21T11:52:56.980" v="6268" actId="12788"/>
          <ac:spMkLst>
            <pc:docMk/>
            <pc:sldMk cId="785050491" sldId="337"/>
            <ac:spMk id="4" creationId="{C5D52793-A113-AE4E-5D10-A42881E39298}"/>
          </ac:spMkLst>
        </pc:spChg>
        <pc:spChg chg="mod">
          <ac:chgData name="건민 김" userId="d1eddbeb2fe859bd" providerId="LiveId" clId="{EBB176FD-EACF-430B-8EAE-3428A3E4D02D}" dt="2026-06-20T01:07:11.403" v="3582" actId="20577"/>
          <ac:spMkLst>
            <pc:docMk/>
            <pc:sldMk cId="785050491" sldId="337"/>
            <ac:spMk id="5" creationId="{F39839EE-D031-BEFF-36CA-35644D4DAE70}"/>
          </ac:spMkLst>
        </pc:spChg>
        <pc:spChg chg="mod">
          <ac:chgData name="건민 김" userId="d1eddbeb2fe859bd" providerId="LiveId" clId="{EBB176FD-EACF-430B-8EAE-3428A3E4D02D}" dt="2026-06-21T11:51:38.418" v="6252" actId="20577"/>
          <ac:spMkLst>
            <pc:docMk/>
            <pc:sldMk cId="785050491" sldId="337"/>
            <ac:spMk id="19" creationId="{2397ACC4-E6F7-97FD-BDF6-3725AA185668}"/>
          </ac:spMkLst>
        </pc:spChg>
        <pc:spChg chg="mod">
          <ac:chgData name="건민 김" userId="d1eddbeb2fe859bd" providerId="LiveId" clId="{EBB176FD-EACF-430B-8EAE-3428A3E4D02D}" dt="2026-06-21T11:51:39.720" v="6253" actId="20577"/>
          <ac:spMkLst>
            <pc:docMk/>
            <pc:sldMk cId="785050491" sldId="337"/>
            <ac:spMk id="20" creationId="{57C84200-FEB8-AD41-F0BB-4830BB2B96A9}"/>
          </ac:spMkLst>
        </pc:spChg>
        <pc:spChg chg="mod">
          <ac:chgData name="건민 김" userId="d1eddbeb2fe859bd" providerId="LiveId" clId="{EBB176FD-EACF-430B-8EAE-3428A3E4D02D}" dt="2026-06-21T11:51:40.870" v="6254" actId="20577"/>
          <ac:spMkLst>
            <pc:docMk/>
            <pc:sldMk cId="785050491" sldId="337"/>
            <ac:spMk id="21" creationId="{5726D32E-A7F3-4D20-603D-D7E5B11E4632}"/>
          </ac:spMkLst>
        </pc:spChg>
        <pc:spChg chg="mod">
          <ac:chgData name="건민 김" userId="d1eddbeb2fe859bd" providerId="LiveId" clId="{EBB176FD-EACF-430B-8EAE-3428A3E4D02D}" dt="2026-06-21T11:51:41.770" v="6255" actId="20577"/>
          <ac:spMkLst>
            <pc:docMk/>
            <pc:sldMk cId="785050491" sldId="337"/>
            <ac:spMk id="22" creationId="{E15A52E8-A421-638E-9E0E-1791C3376CFB}"/>
          </ac:spMkLst>
        </pc:spChg>
        <pc:spChg chg="mod">
          <ac:chgData name="건민 김" userId="d1eddbeb2fe859bd" providerId="LiveId" clId="{EBB176FD-EACF-430B-8EAE-3428A3E4D02D}" dt="2026-06-21T11:51:43.060" v="6256" actId="20577"/>
          <ac:spMkLst>
            <pc:docMk/>
            <pc:sldMk cId="785050491" sldId="337"/>
            <ac:spMk id="23" creationId="{5F6FEC3B-699F-FD56-EBF4-D19E15B31F9C}"/>
          </ac:spMkLst>
        </pc:spChg>
        <pc:spChg chg="mod">
          <ac:chgData name="건민 김" userId="d1eddbeb2fe859bd" providerId="LiveId" clId="{EBB176FD-EACF-430B-8EAE-3428A3E4D02D}" dt="2026-06-21T11:53:06.555" v="6297" actId="1037"/>
          <ac:spMkLst>
            <pc:docMk/>
            <pc:sldMk cId="785050491" sldId="337"/>
            <ac:spMk id="24" creationId="{55F26797-4DFE-1C74-CBE7-3D4CB4971F38}"/>
          </ac:spMkLst>
        </pc:spChg>
        <pc:spChg chg="mod">
          <ac:chgData name="건민 김" userId="d1eddbeb2fe859bd" providerId="LiveId" clId="{EBB176FD-EACF-430B-8EAE-3428A3E4D02D}" dt="2026-06-21T10:48:39.649" v="5374" actId="164"/>
          <ac:spMkLst>
            <pc:docMk/>
            <pc:sldMk cId="785050491" sldId="337"/>
            <ac:spMk id="31" creationId="{025DB345-CD89-E6CA-8110-71510ECFEF5D}"/>
          </ac:spMkLst>
        </pc:spChg>
        <pc:spChg chg="mod">
          <ac:chgData name="건민 김" userId="d1eddbeb2fe859bd" providerId="LiveId" clId="{EBB176FD-EACF-430B-8EAE-3428A3E4D02D}" dt="2026-06-21T11:51:52.260" v="6258" actId="404"/>
          <ac:spMkLst>
            <pc:docMk/>
            <pc:sldMk cId="785050491" sldId="337"/>
            <ac:spMk id="32" creationId="{59391FEA-E005-2E83-CDB2-A0DF7DC7151C}"/>
          </ac:spMkLst>
        </pc:spChg>
        <pc:spChg chg="mod">
          <ac:chgData name="건민 김" userId="d1eddbeb2fe859bd" providerId="LiveId" clId="{EBB176FD-EACF-430B-8EAE-3428A3E4D02D}" dt="2026-06-21T11:52:05.050" v="6260" actId="14100"/>
          <ac:spMkLst>
            <pc:docMk/>
            <pc:sldMk cId="785050491" sldId="337"/>
            <ac:spMk id="33" creationId="{4E10A6CA-AB51-D67E-5D91-00485709112D}"/>
          </ac:spMkLst>
        </pc:spChg>
        <pc:spChg chg="mod">
          <ac:chgData name="건민 김" userId="d1eddbeb2fe859bd" providerId="LiveId" clId="{EBB176FD-EACF-430B-8EAE-3428A3E4D02D}" dt="2026-06-21T11:52:02.150" v="6259" actId="14100"/>
          <ac:spMkLst>
            <pc:docMk/>
            <pc:sldMk cId="785050491" sldId="337"/>
            <ac:spMk id="34" creationId="{8E5B6CBF-3125-DFC2-618F-67ED97962E6D}"/>
          </ac:spMkLst>
        </pc:spChg>
        <pc:spChg chg="mod">
          <ac:chgData name="건민 김" userId="d1eddbeb2fe859bd" providerId="LiveId" clId="{EBB176FD-EACF-430B-8EAE-3428A3E4D02D}" dt="2026-06-21T10:48:39.649" v="5374" actId="164"/>
          <ac:spMkLst>
            <pc:docMk/>
            <pc:sldMk cId="785050491" sldId="337"/>
            <ac:spMk id="35" creationId="{519FE03F-4428-02E5-51A0-F60036339F77}"/>
          </ac:spMkLst>
        </pc:spChg>
        <pc:spChg chg="del mod">
          <ac:chgData name="건민 김" userId="d1eddbeb2fe859bd" providerId="LiveId" clId="{EBB176FD-EACF-430B-8EAE-3428A3E4D02D}" dt="2026-06-21T11:51:47.106" v="6257" actId="478"/>
          <ac:spMkLst>
            <pc:docMk/>
            <pc:sldMk cId="785050491" sldId="337"/>
            <ac:spMk id="36" creationId="{4C805C96-5171-85BD-01F1-805CB1A0D6EC}"/>
          </ac:spMkLst>
        </pc:spChg>
        <pc:grpChg chg="mod">
          <ac:chgData name="건민 김" userId="d1eddbeb2fe859bd" providerId="LiveId" clId="{EBB176FD-EACF-430B-8EAE-3428A3E4D02D}" dt="2026-06-21T11:52:56.980" v="6268" actId="12788"/>
          <ac:grpSpMkLst>
            <pc:docMk/>
            <pc:sldMk cId="785050491" sldId="337"/>
            <ac:grpSpMk id="3" creationId="{25D1F0C9-D6A3-9821-3752-543B6CE918B6}"/>
          </ac:grpSpMkLst>
        </pc:grpChg>
      </pc:sldChg>
      <pc:sldChg chg="addSp delSp modSp add mod">
        <pc:chgData name="건민 김" userId="d1eddbeb2fe859bd" providerId="LiveId" clId="{EBB176FD-EACF-430B-8EAE-3428A3E4D02D}" dt="2026-06-20T16:06:04.813" v="4145" actId="465"/>
        <pc:sldMkLst>
          <pc:docMk/>
          <pc:sldMk cId="1682524974" sldId="338"/>
        </pc:sldMkLst>
        <pc:spChg chg="mod">
          <ac:chgData name="건민 김" userId="d1eddbeb2fe859bd" providerId="LiveId" clId="{EBB176FD-EACF-430B-8EAE-3428A3E4D02D}" dt="2026-06-18T17:37:30.683" v="2864" actId="20577"/>
          <ac:spMkLst>
            <pc:docMk/>
            <pc:sldMk cId="1682524974" sldId="338"/>
            <ac:spMk id="2" creationId="{4DEBD7C3-10AA-7641-FC14-F1F1A2FB81F3}"/>
          </ac:spMkLst>
        </pc:spChg>
        <pc:spChg chg="add del mod">
          <ac:chgData name="건민 김" userId="d1eddbeb2fe859bd" providerId="LiveId" clId="{EBB176FD-EACF-430B-8EAE-3428A3E4D02D}" dt="2026-06-20T15:55:21.512" v="3750" actId="478"/>
          <ac:spMkLst>
            <pc:docMk/>
            <pc:sldMk cId="1682524974" sldId="338"/>
            <ac:spMk id="3" creationId="{E0EAE5AE-4B43-A6A4-DEE1-4F26D40D8EF5}"/>
          </ac:spMkLst>
        </pc:spChg>
        <pc:spChg chg="add mod">
          <ac:chgData name="건민 김" userId="d1eddbeb2fe859bd" providerId="LiveId" clId="{EBB176FD-EACF-430B-8EAE-3428A3E4D02D}" dt="2026-06-20T15:59:08.814" v="3859" actId="164"/>
          <ac:spMkLst>
            <pc:docMk/>
            <pc:sldMk cId="1682524974" sldId="338"/>
            <ac:spMk id="4" creationId="{EAE090CD-85F8-F7E5-3F2D-8F073DAEBE03}"/>
          </ac:spMkLst>
        </pc:spChg>
        <pc:spChg chg="add mod">
          <ac:chgData name="건민 김" userId="d1eddbeb2fe859bd" providerId="LiveId" clId="{EBB176FD-EACF-430B-8EAE-3428A3E4D02D}" dt="2026-06-20T15:59:08.814" v="3859" actId="164"/>
          <ac:spMkLst>
            <pc:docMk/>
            <pc:sldMk cId="1682524974" sldId="338"/>
            <ac:spMk id="7" creationId="{ECA12AE3-5021-0836-0265-D6761A733D21}"/>
          </ac:spMkLst>
        </pc:spChg>
        <pc:spChg chg="add mod">
          <ac:chgData name="건민 김" userId="d1eddbeb2fe859bd" providerId="LiveId" clId="{EBB176FD-EACF-430B-8EAE-3428A3E4D02D}" dt="2026-06-20T15:59:08.814" v="3859" actId="164"/>
          <ac:spMkLst>
            <pc:docMk/>
            <pc:sldMk cId="1682524974" sldId="338"/>
            <ac:spMk id="9" creationId="{812D7A9B-705E-300B-2FF9-06B40D14078F}"/>
          </ac:spMkLst>
        </pc:spChg>
        <pc:spChg chg="mod">
          <ac:chgData name="건민 김" userId="d1eddbeb2fe859bd" providerId="LiveId" clId="{EBB176FD-EACF-430B-8EAE-3428A3E4D02D}" dt="2026-06-20T16:00:16.348" v="3906"/>
          <ac:spMkLst>
            <pc:docMk/>
            <pc:sldMk cId="1682524974" sldId="338"/>
            <ac:spMk id="12" creationId="{1BF1509B-4665-A562-428D-D1A4A6E86039}"/>
          </ac:spMkLst>
        </pc:spChg>
        <pc:spChg chg="mod">
          <ac:chgData name="건민 김" userId="d1eddbeb2fe859bd" providerId="LiveId" clId="{EBB176FD-EACF-430B-8EAE-3428A3E4D02D}" dt="2026-06-20T16:00:53.326" v="3914" actId="14100"/>
          <ac:spMkLst>
            <pc:docMk/>
            <pc:sldMk cId="1682524974" sldId="338"/>
            <ac:spMk id="13" creationId="{C77ABDFC-343E-0499-2332-6E43F694F64C}"/>
          </ac:spMkLst>
        </pc:spChg>
        <pc:spChg chg="del mod">
          <ac:chgData name="건민 김" userId="d1eddbeb2fe859bd" providerId="LiveId" clId="{EBB176FD-EACF-430B-8EAE-3428A3E4D02D}" dt="2026-06-20T16:00:20.537" v="3907" actId="478"/>
          <ac:spMkLst>
            <pc:docMk/>
            <pc:sldMk cId="1682524974" sldId="338"/>
            <ac:spMk id="14" creationId="{CA19FEA3-8544-F6DC-95B1-0DE7863E3F01}"/>
          </ac:spMkLst>
        </pc:spChg>
        <pc:spChg chg="mod">
          <ac:chgData name="건민 김" userId="d1eddbeb2fe859bd" providerId="LiveId" clId="{EBB176FD-EACF-430B-8EAE-3428A3E4D02D}" dt="2026-06-20T16:03:34.075" v="4105" actId="255"/>
          <ac:spMkLst>
            <pc:docMk/>
            <pc:sldMk cId="1682524974" sldId="338"/>
            <ac:spMk id="16" creationId="{B5D57F65-698E-8B18-E31E-7ACB27F9378F}"/>
          </ac:spMkLst>
        </pc:spChg>
        <pc:spChg chg="mod">
          <ac:chgData name="건민 김" userId="d1eddbeb2fe859bd" providerId="LiveId" clId="{EBB176FD-EACF-430B-8EAE-3428A3E4D02D}" dt="2026-06-20T16:03:37.233" v="4106" actId="14100"/>
          <ac:spMkLst>
            <pc:docMk/>
            <pc:sldMk cId="1682524974" sldId="338"/>
            <ac:spMk id="17" creationId="{B2D6AA58-C9F0-09FA-81AE-DD97C143E2D7}"/>
          </ac:spMkLst>
        </pc:spChg>
        <pc:spChg chg="mod">
          <ac:chgData name="건민 김" userId="d1eddbeb2fe859bd" providerId="LiveId" clId="{EBB176FD-EACF-430B-8EAE-3428A3E4D02D}" dt="2026-06-20T16:03:34.075" v="4105" actId="255"/>
          <ac:spMkLst>
            <pc:docMk/>
            <pc:sldMk cId="1682524974" sldId="338"/>
            <ac:spMk id="18" creationId="{6977363D-CFD5-0E7C-B09A-25D67F43A1E0}"/>
          </ac:spMkLst>
        </pc:spChg>
        <pc:spChg chg="mod">
          <ac:chgData name="건민 김" userId="d1eddbeb2fe859bd" providerId="LiveId" clId="{EBB176FD-EACF-430B-8EAE-3428A3E4D02D}" dt="2026-06-20T16:03:51.864" v="4107"/>
          <ac:spMkLst>
            <pc:docMk/>
            <pc:sldMk cId="1682524974" sldId="338"/>
            <ac:spMk id="20" creationId="{6567EC29-E010-EE42-C9ED-C045108757BC}"/>
          </ac:spMkLst>
        </pc:spChg>
        <pc:spChg chg="mod">
          <ac:chgData name="건민 김" userId="d1eddbeb2fe859bd" providerId="LiveId" clId="{EBB176FD-EACF-430B-8EAE-3428A3E4D02D}" dt="2026-06-20T16:03:51.864" v="4107"/>
          <ac:spMkLst>
            <pc:docMk/>
            <pc:sldMk cId="1682524974" sldId="338"/>
            <ac:spMk id="21" creationId="{743BCEA3-6663-06EC-ED04-2DCA5895F70D}"/>
          </ac:spMkLst>
        </pc:spChg>
        <pc:spChg chg="mod">
          <ac:chgData name="건민 김" userId="d1eddbeb2fe859bd" providerId="LiveId" clId="{EBB176FD-EACF-430B-8EAE-3428A3E4D02D}" dt="2026-06-20T16:03:58.937" v="4110"/>
          <ac:spMkLst>
            <pc:docMk/>
            <pc:sldMk cId="1682524974" sldId="338"/>
            <ac:spMk id="23" creationId="{904C3AD8-09AD-8F66-9424-0EA6068F6FB5}"/>
          </ac:spMkLst>
        </pc:spChg>
        <pc:spChg chg="mod">
          <ac:chgData name="건민 김" userId="d1eddbeb2fe859bd" providerId="LiveId" clId="{EBB176FD-EACF-430B-8EAE-3428A3E4D02D}" dt="2026-06-20T16:03:58.937" v="4110"/>
          <ac:spMkLst>
            <pc:docMk/>
            <pc:sldMk cId="1682524974" sldId="338"/>
            <ac:spMk id="24" creationId="{8BEEB626-1BBC-7B85-DA36-FD6D66EAC449}"/>
          </ac:spMkLst>
        </pc:spChg>
        <pc:spChg chg="add mod">
          <ac:chgData name="건민 김" userId="d1eddbeb2fe859bd" providerId="LiveId" clId="{EBB176FD-EACF-430B-8EAE-3428A3E4D02D}" dt="2026-06-20T16:06:04.813" v="4145" actId="465"/>
          <ac:spMkLst>
            <pc:docMk/>
            <pc:sldMk cId="1682524974" sldId="338"/>
            <ac:spMk id="25" creationId="{EF4B00C0-DDFA-BB46-C097-D94D2B646C04}"/>
          </ac:spMkLst>
        </pc:spChg>
        <pc:spChg chg="add mod">
          <ac:chgData name="건민 김" userId="d1eddbeb2fe859bd" providerId="LiveId" clId="{EBB176FD-EACF-430B-8EAE-3428A3E4D02D}" dt="2026-06-20T16:05:48.430" v="4142" actId="552"/>
          <ac:spMkLst>
            <pc:docMk/>
            <pc:sldMk cId="1682524974" sldId="338"/>
            <ac:spMk id="26" creationId="{FC54E4EA-AC06-4FBD-C277-0BABBA1C6FB4}"/>
          </ac:spMkLst>
        </pc:spChg>
        <pc:grpChg chg="add mod">
          <ac:chgData name="건민 김" userId="d1eddbeb2fe859bd" providerId="LiveId" clId="{EBB176FD-EACF-430B-8EAE-3428A3E4D02D}" dt="2026-06-20T16:05:48.430" v="4142" actId="552"/>
          <ac:grpSpMkLst>
            <pc:docMk/>
            <pc:sldMk cId="1682524974" sldId="338"/>
            <ac:grpSpMk id="10" creationId="{66384EC4-0D9C-FDA9-6175-C5DD7FD9816E}"/>
          </ac:grpSpMkLst>
        </pc:grpChg>
        <pc:grpChg chg="add mod">
          <ac:chgData name="건민 김" userId="d1eddbeb2fe859bd" providerId="LiveId" clId="{EBB176FD-EACF-430B-8EAE-3428A3E4D02D}" dt="2026-06-20T16:06:04.813" v="4145" actId="465"/>
          <ac:grpSpMkLst>
            <pc:docMk/>
            <pc:sldMk cId="1682524974" sldId="338"/>
            <ac:grpSpMk id="11" creationId="{68056528-F228-2F2D-7C9F-CE3A83E2F641}"/>
          </ac:grpSpMkLst>
        </pc:grpChg>
        <pc:grpChg chg="add mod">
          <ac:chgData name="건민 김" userId="d1eddbeb2fe859bd" providerId="LiveId" clId="{EBB176FD-EACF-430B-8EAE-3428A3E4D02D}" dt="2026-06-20T16:06:04.813" v="4145" actId="465"/>
          <ac:grpSpMkLst>
            <pc:docMk/>
            <pc:sldMk cId="1682524974" sldId="338"/>
            <ac:grpSpMk id="15" creationId="{1AEA29E9-B3B6-8196-006C-1ED89B035F1D}"/>
          </ac:grpSpMkLst>
        </pc:grpChg>
        <pc:grpChg chg="add del mod">
          <ac:chgData name="건민 김" userId="d1eddbeb2fe859bd" providerId="LiveId" clId="{EBB176FD-EACF-430B-8EAE-3428A3E4D02D}" dt="2026-06-20T16:04:08.843" v="4111" actId="478"/>
          <ac:grpSpMkLst>
            <pc:docMk/>
            <pc:sldMk cId="1682524974" sldId="338"/>
            <ac:grpSpMk id="19" creationId="{E71B37C2-9DA7-6746-E587-9AA8867AB86F}"/>
          </ac:grpSpMkLst>
        </pc:grpChg>
        <pc:grpChg chg="add mod">
          <ac:chgData name="건민 김" userId="d1eddbeb2fe859bd" providerId="LiveId" clId="{EBB176FD-EACF-430B-8EAE-3428A3E4D02D}" dt="2026-06-20T16:03:58.937" v="4110"/>
          <ac:grpSpMkLst>
            <pc:docMk/>
            <pc:sldMk cId="1682524974" sldId="338"/>
            <ac:grpSpMk id="22" creationId="{26FD26E9-F388-82C1-EBB8-2D276CFE82FA}"/>
          </ac:grpSpMkLst>
        </pc:grpChg>
      </pc:sldChg>
      <pc:sldChg chg="addSp delSp modSp add mod ord">
        <pc:chgData name="건민 김" userId="d1eddbeb2fe859bd" providerId="LiveId" clId="{EBB176FD-EACF-430B-8EAE-3428A3E4D02D}" dt="2026-06-21T12:01:25.540" v="6380"/>
        <pc:sldMkLst>
          <pc:docMk/>
          <pc:sldMk cId="2536221839" sldId="339"/>
        </pc:sldMkLst>
        <pc:spChg chg="mod">
          <ac:chgData name="건민 김" userId="d1eddbeb2fe859bd" providerId="LiveId" clId="{EBB176FD-EACF-430B-8EAE-3428A3E4D02D}" dt="2026-06-18T18:00:44.951" v="3514" actId="20577"/>
          <ac:spMkLst>
            <pc:docMk/>
            <pc:sldMk cId="2536221839" sldId="339"/>
            <ac:spMk id="2" creationId="{4DEBD7C3-10AA-7641-FC14-F1F1A2FB81F3}"/>
          </ac:spMkLst>
        </pc:spChg>
        <pc:spChg chg="add del mod">
          <ac:chgData name="건민 김" userId="d1eddbeb2fe859bd" providerId="LiveId" clId="{EBB176FD-EACF-430B-8EAE-3428A3E4D02D}" dt="2026-06-18T17:57:20.453" v="3237" actId="47"/>
          <ac:spMkLst>
            <pc:docMk/>
            <pc:sldMk cId="2536221839" sldId="339"/>
            <ac:spMk id="9" creationId="{26D494B1-CCF0-74B7-BD4B-FF32DB1B9B42}"/>
          </ac:spMkLst>
        </pc:spChg>
        <pc:spChg chg="add mod">
          <ac:chgData name="건민 김" userId="d1eddbeb2fe859bd" providerId="LiveId" clId="{EBB176FD-EACF-430B-8EAE-3428A3E4D02D}" dt="2026-06-18T18:00:18.006" v="3502" actId="20577"/>
          <ac:spMkLst>
            <pc:docMk/>
            <pc:sldMk cId="2536221839" sldId="339"/>
            <ac:spMk id="11" creationId="{19B899A8-7ED8-4A1C-003F-AF5DA2F1BBAF}"/>
          </ac:spMkLst>
        </pc:spChg>
      </pc:sldChg>
      <pc:sldChg chg="delSp modSp add del mod">
        <pc:chgData name="건민 김" userId="d1eddbeb2fe859bd" providerId="LiveId" clId="{EBB176FD-EACF-430B-8EAE-3428A3E4D02D}" dt="2026-06-20T15:54:17.782" v="3744" actId="47"/>
        <pc:sldMkLst>
          <pc:docMk/>
          <pc:sldMk cId="883351358" sldId="340"/>
        </pc:sldMkLst>
      </pc:sldChg>
      <pc:sldChg chg="addSp delSp modSp add mod">
        <pc:chgData name="건민 김" userId="d1eddbeb2fe859bd" providerId="LiveId" clId="{EBB176FD-EACF-430B-8EAE-3428A3E4D02D}" dt="2026-06-21T11:09:58.436" v="5750" actId="1036"/>
        <pc:sldMkLst>
          <pc:docMk/>
          <pc:sldMk cId="1780275019" sldId="341"/>
        </pc:sldMkLst>
        <pc:spChg chg="mod">
          <ac:chgData name="건민 김" userId="d1eddbeb2fe859bd" providerId="LiveId" clId="{EBB176FD-EACF-430B-8EAE-3428A3E4D02D}" dt="2026-06-21T11:00:09.470" v="5494" actId="20577"/>
          <ac:spMkLst>
            <pc:docMk/>
            <pc:sldMk cId="1780275019" sldId="341"/>
            <ac:spMk id="2" creationId="{4DEBD7C3-10AA-7641-FC14-F1F1A2FB81F3}"/>
          </ac:spMkLst>
        </pc:spChg>
        <pc:spChg chg="add mod">
          <ac:chgData name="건민 김" userId="d1eddbeb2fe859bd" providerId="LiveId" clId="{EBB176FD-EACF-430B-8EAE-3428A3E4D02D}" dt="2026-06-21T11:09:35.885" v="5702" actId="1035"/>
          <ac:spMkLst>
            <pc:docMk/>
            <pc:sldMk cId="1780275019" sldId="341"/>
            <ac:spMk id="3" creationId="{D22CE630-2046-9B75-3F07-60E5E6AE37D1}"/>
          </ac:spMkLst>
        </pc:spChg>
        <pc:spChg chg="add mod">
          <ac:chgData name="건민 김" userId="d1eddbeb2fe859bd" providerId="LiveId" clId="{EBB176FD-EACF-430B-8EAE-3428A3E4D02D}" dt="2026-06-21T11:09:58.436" v="5750" actId="1036"/>
          <ac:spMkLst>
            <pc:docMk/>
            <pc:sldMk cId="1780275019" sldId="341"/>
            <ac:spMk id="4" creationId="{248FA6CB-8B0F-CF97-7BFE-12A0F0DE49DA}"/>
          </ac:spMkLst>
        </pc:spChg>
        <pc:graphicFrameChg chg="add mod">
          <ac:chgData name="건민 김" userId="d1eddbeb2fe859bd" providerId="LiveId" clId="{EBB176FD-EACF-430B-8EAE-3428A3E4D02D}" dt="2026-06-21T11:04:46.119" v="5557" actId="1076"/>
          <ac:graphicFrameMkLst>
            <pc:docMk/>
            <pc:sldMk cId="1780275019" sldId="341"/>
            <ac:graphicFrameMk id="6" creationId="{E8740CA3-755A-6D51-7E24-AB30848532EE}"/>
          </ac:graphicFrameMkLst>
        </pc:graphicFrameChg>
        <pc:graphicFrameChg chg="add mod modGraphic">
          <ac:chgData name="건민 김" userId="d1eddbeb2fe859bd" providerId="LiveId" clId="{EBB176FD-EACF-430B-8EAE-3428A3E4D02D}" dt="2026-06-21T11:05:10.954" v="5562" actId="1076"/>
          <ac:graphicFrameMkLst>
            <pc:docMk/>
            <pc:sldMk cId="1780275019" sldId="341"/>
            <ac:graphicFrameMk id="7" creationId="{BF97A578-2FFB-DD28-6760-1AEFF6CC59AC}"/>
          </ac:graphicFrameMkLst>
        </pc:graphicFrameChg>
        <pc:graphicFrameChg chg="add mod">
          <ac:chgData name="건민 김" userId="d1eddbeb2fe859bd" providerId="LiveId" clId="{EBB176FD-EACF-430B-8EAE-3428A3E4D02D}" dt="2026-06-21T11:06:18.967" v="5570"/>
          <ac:graphicFrameMkLst>
            <pc:docMk/>
            <pc:sldMk cId="1780275019" sldId="341"/>
            <ac:graphicFrameMk id="8" creationId="{08DDFD09-1D83-13FB-AF3E-B3A9D1948167}"/>
          </ac:graphicFrameMkLst>
        </pc:graphicFrameChg>
        <pc:graphicFrameChg chg="add mod modGraphic">
          <ac:chgData name="건민 김" userId="d1eddbeb2fe859bd" providerId="LiveId" clId="{EBB176FD-EACF-430B-8EAE-3428A3E4D02D}" dt="2026-06-21T11:09:47.425" v="5720" actId="1036"/>
          <ac:graphicFrameMkLst>
            <pc:docMk/>
            <pc:sldMk cId="1780275019" sldId="341"/>
            <ac:graphicFrameMk id="9" creationId="{B297E02C-D44D-C014-B0E5-94229056C317}"/>
          </ac:graphicFrameMkLst>
        </pc:graphicFrameChg>
      </pc:sldChg>
      <pc:sldChg chg="addSp delSp modSp add mod">
        <pc:chgData name="건민 김" userId="d1eddbeb2fe859bd" providerId="LiveId" clId="{EBB176FD-EACF-430B-8EAE-3428A3E4D02D}" dt="2026-06-21T09:02:16.013" v="4416" actId="14100"/>
        <pc:sldMkLst>
          <pc:docMk/>
          <pc:sldMk cId="2800719523" sldId="342"/>
        </pc:sldMkLst>
        <pc:spChg chg="add mod ord">
          <ac:chgData name="건민 김" userId="d1eddbeb2fe859bd" providerId="LiveId" clId="{EBB176FD-EACF-430B-8EAE-3428A3E4D02D}" dt="2026-06-21T07:56:25.671" v="4342" actId="1036"/>
          <ac:spMkLst>
            <pc:docMk/>
            <pc:sldMk cId="2800719523" sldId="342"/>
            <ac:spMk id="2" creationId="{B1AD1C59-1721-F1F8-BE11-701A420605A6}"/>
          </ac:spMkLst>
        </pc:spChg>
        <pc:spChg chg="add mod ord">
          <ac:chgData name="건민 김" userId="d1eddbeb2fe859bd" providerId="LiveId" clId="{EBB176FD-EACF-430B-8EAE-3428A3E4D02D}" dt="2026-06-21T07:56:25.671" v="4342" actId="1036"/>
          <ac:spMkLst>
            <pc:docMk/>
            <pc:sldMk cId="2800719523" sldId="342"/>
            <ac:spMk id="3" creationId="{78A7C6ED-DA0F-311A-81D6-74FF5EF65008}"/>
          </ac:spMkLst>
        </pc:spChg>
        <pc:spChg chg="add mod ord">
          <ac:chgData name="건민 김" userId="d1eddbeb2fe859bd" providerId="LiveId" clId="{EBB176FD-EACF-430B-8EAE-3428A3E4D02D}" dt="2026-06-21T07:56:25.671" v="4342" actId="1036"/>
          <ac:spMkLst>
            <pc:docMk/>
            <pc:sldMk cId="2800719523" sldId="342"/>
            <ac:spMk id="4" creationId="{75163463-D4B6-FB53-1F18-75FABA879186}"/>
          </ac:spMkLst>
        </pc:spChg>
        <pc:spChg chg="mod">
          <ac:chgData name="건민 김" userId="d1eddbeb2fe859bd" providerId="LiveId" clId="{EBB176FD-EACF-430B-8EAE-3428A3E4D02D}" dt="2026-06-20T01:07:21.484" v="3590" actId="20577"/>
          <ac:spMkLst>
            <pc:docMk/>
            <pc:sldMk cId="2800719523" sldId="342"/>
            <ac:spMk id="5" creationId="{36E55579-4EE2-6CC9-9404-7F4649735089}"/>
          </ac:spMkLst>
        </pc:spChg>
        <pc:spChg chg="add mod">
          <ac:chgData name="건민 김" userId="d1eddbeb2fe859bd" providerId="LiveId" clId="{EBB176FD-EACF-430B-8EAE-3428A3E4D02D}" dt="2026-06-18T17:51:30.826" v="3145" actId="164"/>
          <ac:spMkLst>
            <pc:docMk/>
            <pc:sldMk cId="2800719523" sldId="342"/>
            <ac:spMk id="8" creationId="{19C6904B-E27C-BC7E-4C78-2B3F70A22A18}"/>
          </ac:spMkLst>
        </pc:spChg>
        <pc:spChg chg="add del mod">
          <ac:chgData name="건민 김" userId="d1eddbeb2fe859bd" providerId="LiveId" clId="{EBB176FD-EACF-430B-8EAE-3428A3E4D02D}" dt="2026-06-21T07:56:44.838" v="4343" actId="478"/>
          <ac:spMkLst>
            <pc:docMk/>
            <pc:sldMk cId="2800719523" sldId="342"/>
            <ac:spMk id="9" creationId="{C2FFBE8E-6ACE-E0D2-7C03-163C6FE4CAE6}"/>
          </ac:spMkLst>
        </pc:spChg>
        <pc:spChg chg="add mod">
          <ac:chgData name="건민 김" userId="d1eddbeb2fe859bd" providerId="LiveId" clId="{EBB176FD-EACF-430B-8EAE-3428A3E4D02D}" dt="2026-06-18T17:52:12.758" v="3192" actId="403"/>
          <ac:spMkLst>
            <pc:docMk/>
            <pc:sldMk cId="2800719523" sldId="342"/>
            <ac:spMk id="16" creationId="{AC488921-A145-3E08-45D8-D06F60234D4C}"/>
          </ac:spMkLst>
        </pc:spChg>
        <pc:grpChg chg="add mod">
          <ac:chgData name="건민 김" userId="d1eddbeb2fe859bd" providerId="LiveId" clId="{EBB176FD-EACF-430B-8EAE-3428A3E4D02D}" dt="2026-06-18T17:51:30.826" v="3145" actId="164"/>
          <ac:grpSpMkLst>
            <pc:docMk/>
            <pc:sldMk cId="2800719523" sldId="342"/>
            <ac:grpSpMk id="7" creationId="{34C291B3-3439-23E9-38F9-4C01A06E3BC4}"/>
          </ac:grpSpMkLst>
        </pc:grpChg>
        <pc:grpChg chg="add mod">
          <ac:chgData name="건민 김" userId="d1eddbeb2fe859bd" providerId="LiveId" clId="{EBB176FD-EACF-430B-8EAE-3428A3E4D02D}" dt="2026-06-21T09:02:16.013" v="4416" actId="14100"/>
          <ac:grpSpMkLst>
            <pc:docMk/>
            <pc:sldMk cId="2800719523" sldId="342"/>
            <ac:grpSpMk id="12" creationId="{EBB09248-2A2F-7C70-E872-B06624F9067D}"/>
          </ac:grpSpMkLst>
        </pc:grpChg>
        <pc:picChg chg="mod ord">
          <ac:chgData name="건민 김" userId="d1eddbeb2fe859bd" providerId="LiveId" clId="{EBB176FD-EACF-430B-8EAE-3428A3E4D02D}" dt="2026-06-21T07:56:25.318" v="4340" actId="167"/>
          <ac:picMkLst>
            <pc:docMk/>
            <pc:sldMk cId="2800719523" sldId="342"/>
            <ac:picMk id="17" creationId="{62E53186-E00D-33E1-B986-70EE29932628}"/>
          </ac:picMkLst>
        </pc:picChg>
      </pc:sldChg>
      <pc:sldChg chg="add del ord">
        <pc:chgData name="건민 김" userId="d1eddbeb2fe859bd" providerId="LiveId" clId="{EBB176FD-EACF-430B-8EAE-3428A3E4D02D}" dt="2026-06-21T11:48:01.741" v="6239" actId="47"/>
        <pc:sldMkLst>
          <pc:docMk/>
          <pc:sldMk cId="3315243741" sldId="343"/>
        </pc:sldMkLst>
      </pc:sldChg>
      <pc:sldChg chg="del ord">
        <pc:chgData name="건민 김" userId="d1eddbeb2fe859bd" providerId="LiveId" clId="{EBB176FD-EACF-430B-8EAE-3428A3E4D02D}" dt="2026-06-21T11:47:38.411" v="6238" actId="47"/>
        <pc:sldMkLst>
          <pc:docMk/>
          <pc:sldMk cId="2027381192" sldId="344"/>
        </pc:sldMkLst>
      </pc:sldChg>
      <pc:sldChg chg="del">
        <pc:chgData name="건민 김" userId="d1eddbeb2fe859bd" providerId="LiveId" clId="{EBB176FD-EACF-430B-8EAE-3428A3E4D02D}" dt="2026-06-20T00:30:23.946" v="3549" actId="47"/>
        <pc:sldMkLst>
          <pc:docMk/>
          <pc:sldMk cId="2239796001" sldId="345"/>
        </pc:sldMkLst>
      </pc:sldChg>
      <pc:sldChg chg="del ord">
        <pc:chgData name="건민 김" userId="d1eddbeb2fe859bd" providerId="LiveId" clId="{EBB176FD-EACF-430B-8EAE-3428A3E4D02D}" dt="2026-06-21T11:10:01.556" v="5751" actId="47"/>
        <pc:sldMkLst>
          <pc:docMk/>
          <pc:sldMk cId="3444691633" sldId="346"/>
        </pc:sldMkLst>
      </pc:sldChg>
      <pc:sldChg chg="addSp delSp modSp mod ord modNotesTx">
        <pc:chgData name="건민 김" userId="d1eddbeb2fe859bd" providerId="LiveId" clId="{EBB176FD-EACF-430B-8EAE-3428A3E4D02D}" dt="2026-06-21T12:28:26.671" v="6664" actId="20577"/>
        <pc:sldMkLst>
          <pc:docMk/>
          <pc:sldMk cId="1671861427" sldId="347"/>
        </pc:sldMkLst>
        <pc:spChg chg="add del mod">
          <ac:chgData name="건민 김" userId="d1eddbeb2fe859bd" providerId="LiveId" clId="{EBB176FD-EACF-430B-8EAE-3428A3E4D02D}" dt="2026-06-21T11:21:10.332" v="5932" actId="478"/>
          <ac:spMkLst>
            <pc:docMk/>
            <pc:sldMk cId="1671861427" sldId="347"/>
            <ac:spMk id="6" creationId="{282C78CC-ADE8-B328-4D22-A8C5ECD7C85A}"/>
          </ac:spMkLst>
        </pc:spChg>
        <pc:spChg chg="add del">
          <ac:chgData name="건민 김" userId="d1eddbeb2fe859bd" providerId="LiveId" clId="{EBB176FD-EACF-430B-8EAE-3428A3E4D02D}" dt="2026-06-21T11:21:16.045" v="5935" actId="22"/>
          <ac:spMkLst>
            <pc:docMk/>
            <pc:sldMk cId="1671861427" sldId="347"/>
            <ac:spMk id="8" creationId="{67541992-5E8C-FF2B-3B04-DAC88C53BB16}"/>
          </ac:spMkLst>
        </pc:spChg>
        <pc:spChg chg="add mod">
          <ac:chgData name="건민 김" userId="d1eddbeb2fe859bd" providerId="LiveId" clId="{EBB176FD-EACF-430B-8EAE-3428A3E4D02D}" dt="2026-06-21T11:47:14.174" v="6235" actId="122"/>
          <ac:spMkLst>
            <pc:docMk/>
            <pc:sldMk cId="1671861427" sldId="347"/>
            <ac:spMk id="20" creationId="{98D4D540-3041-CACF-E5CF-4A5BB83D1198}"/>
          </ac:spMkLst>
        </pc:spChg>
        <pc:spChg chg="add mod">
          <ac:chgData name="건민 김" userId="d1eddbeb2fe859bd" providerId="LiveId" clId="{EBB176FD-EACF-430B-8EAE-3428A3E4D02D}" dt="2026-06-21T11:47:15.681" v="6236" actId="122"/>
          <ac:spMkLst>
            <pc:docMk/>
            <pc:sldMk cId="1671861427" sldId="347"/>
            <ac:spMk id="21" creationId="{E57A5817-2CC9-D015-A244-A96BD39D3ADE}"/>
          </ac:spMkLst>
        </pc:spChg>
        <pc:spChg chg="add del mod">
          <ac:chgData name="건민 김" userId="d1eddbeb2fe859bd" providerId="LiveId" clId="{EBB176FD-EACF-430B-8EAE-3428A3E4D02D}" dt="2026-06-21T11:46:37.832" v="6210" actId="478"/>
          <ac:spMkLst>
            <pc:docMk/>
            <pc:sldMk cId="1671861427" sldId="347"/>
            <ac:spMk id="22" creationId="{4EA8467F-97D7-5C51-3AD2-902398BA6BF5}"/>
          </ac:spMkLst>
        </pc:spChg>
        <pc:spChg chg="add del mod">
          <ac:chgData name="건민 김" userId="d1eddbeb2fe859bd" providerId="LiveId" clId="{EBB176FD-EACF-430B-8EAE-3428A3E4D02D}" dt="2026-06-21T11:41:27.049" v="6147" actId="478"/>
          <ac:spMkLst>
            <pc:docMk/>
            <pc:sldMk cId="1671861427" sldId="347"/>
            <ac:spMk id="23" creationId="{A7BF22E4-6B63-8502-73B0-8031C04C37BD}"/>
          </ac:spMkLst>
        </pc:spChg>
        <pc:spChg chg="mod">
          <ac:chgData name="건민 김" userId="d1eddbeb2fe859bd" providerId="LiveId" clId="{EBB176FD-EACF-430B-8EAE-3428A3E4D02D}" dt="2026-06-21T11:47:14.174" v="6235" actId="122"/>
          <ac:spMkLst>
            <pc:docMk/>
            <pc:sldMk cId="1671861427" sldId="347"/>
            <ac:spMk id="26" creationId="{147F9D03-E065-7990-E8D5-F44F7CBEF1E7}"/>
          </ac:spMkLst>
        </pc:spChg>
        <pc:spChg chg="mod">
          <ac:chgData name="건민 김" userId="d1eddbeb2fe859bd" providerId="LiveId" clId="{EBB176FD-EACF-430B-8EAE-3428A3E4D02D}" dt="2026-06-21T11:47:15.681" v="6236" actId="122"/>
          <ac:spMkLst>
            <pc:docMk/>
            <pc:sldMk cId="1671861427" sldId="347"/>
            <ac:spMk id="27" creationId="{E8FA3FB8-4CAA-B31D-1A17-DAE1E138A03B}"/>
          </ac:spMkLst>
        </pc:spChg>
        <pc:spChg chg="mod">
          <ac:chgData name="건민 김" userId="d1eddbeb2fe859bd" providerId="LiveId" clId="{EBB176FD-EACF-430B-8EAE-3428A3E4D02D}" dt="2026-06-21T11:47:14.174" v="6235" actId="122"/>
          <ac:spMkLst>
            <pc:docMk/>
            <pc:sldMk cId="1671861427" sldId="347"/>
            <ac:spMk id="29" creationId="{A8C98120-BBC6-D8F8-5C6B-49E2BBD7C3E2}"/>
          </ac:spMkLst>
        </pc:spChg>
        <pc:spChg chg="mod">
          <ac:chgData name="건민 김" userId="d1eddbeb2fe859bd" providerId="LiveId" clId="{EBB176FD-EACF-430B-8EAE-3428A3E4D02D}" dt="2026-06-21T11:47:15.681" v="6236" actId="122"/>
          <ac:spMkLst>
            <pc:docMk/>
            <pc:sldMk cId="1671861427" sldId="347"/>
            <ac:spMk id="30" creationId="{338F1827-07E6-89D7-5CDB-AF2F80A59A3C}"/>
          </ac:spMkLst>
        </pc:spChg>
        <pc:spChg chg="add mod">
          <ac:chgData name="건민 김" userId="d1eddbeb2fe859bd" providerId="LiveId" clId="{EBB176FD-EACF-430B-8EAE-3428A3E4D02D}" dt="2026-06-21T11:59:25.594" v="6376" actId="12789"/>
          <ac:spMkLst>
            <pc:docMk/>
            <pc:sldMk cId="1671861427" sldId="347"/>
            <ac:spMk id="31" creationId="{A5DAB5C8-C87F-DF09-8E88-4BC1B31348B9}"/>
          </ac:spMkLst>
        </pc:spChg>
        <pc:spChg chg="add mod">
          <ac:chgData name="건민 김" userId="d1eddbeb2fe859bd" providerId="LiveId" clId="{EBB176FD-EACF-430B-8EAE-3428A3E4D02D}" dt="2026-06-21T11:59:30.348" v="6378" actId="12789"/>
          <ac:spMkLst>
            <pc:docMk/>
            <pc:sldMk cId="1671861427" sldId="347"/>
            <ac:spMk id="32" creationId="{8F1AB165-2AB1-D92F-D375-B29EE00BE1A8}"/>
          </ac:spMkLst>
        </pc:spChg>
        <pc:grpChg chg="add mod">
          <ac:chgData name="건민 김" userId="d1eddbeb2fe859bd" providerId="LiveId" clId="{EBB176FD-EACF-430B-8EAE-3428A3E4D02D}" dt="2026-06-21T11:47:21.763" v="6237" actId="1076"/>
          <ac:grpSpMkLst>
            <pc:docMk/>
            <pc:sldMk cId="1671861427" sldId="347"/>
            <ac:grpSpMk id="24" creationId="{91E06EEC-2CFC-0A55-4F4E-B2676BB6B654}"/>
          </ac:grpSpMkLst>
        </pc:grpChg>
        <pc:grpChg chg="add mod">
          <ac:chgData name="건민 김" userId="d1eddbeb2fe859bd" providerId="LiveId" clId="{EBB176FD-EACF-430B-8EAE-3428A3E4D02D}" dt="2026-06-21T11:59:25.594" v="6376" actId="12789"/>
          <ac:grpSpMkLst>
            <pc:docMk/>
            <pc:sldMk cId="1671861427" sldId="347"/>
            <ac:grpSpMk id="25" creationId="{34CF7E55-419D-5FFB-583F-CE0932BEDDBE}"/>
          </ac:grpSpMkLst>
        </pc:grpChg>
        <pc:grpChg chg="add mod">
          <ac:chgData name="건민 김" userId="d1eddbeb2fe859bd" providerId="LiveId" clId="{EBB176FD-EACF-430B-8EAE-3428A3E4D02D}" dt="2026-06-21T11:59:30.348" v="6378" actId="12789"/>
          <ac:grpSpMkLst>
            <pc:docMk/>
            <pc:sldMk cId="1671861427" sldId="347"/>
            <ac:grpSpMk id="28" creationId="{F5A5AE04-F38A-FA67-D846-665D4D3027F6}"/>
          </ac:grpSpMkLst>
        </pc:grpChg>
        <pc:picChg chg="add del mod">
          <ac:chgData name="건민 김" userId="d1eddbeb2fe859bd" providerId="LiveId" clId="{EBB176FD-EACF-430B-8EAE-3428A3E4D02D}" dt="2026-06-21T11:29:59.492" v="5958" actId="478"/>
          <ac:picMkLst>
            <pc:docMk/>
            <pc:sldMk cId="1671861427" sldId="347"/>
            <ac:picMk id="3" creationId="{0A496727-8E72-BD0A-86ED-C9B0597975F4}"/>
          </ac:picMkLst>
        </pc:picChg>
        <pc:picChg chg="add del mod">
          <ac:chgData name="건민 김" userId="d1eddbeb2fe859bd" providerId="LiveId" clId="{EBB176FD-EACF-430B-8EAE-3428A3E4D02D}" dt="2026-06-21T11:29:58.575" v="5956" actId="478"/>
          <ac:picMkLst>
            <pc:docMk/>
            <pc:sldMk cId="1671861427" sldId="347"/>
            <ac:picMk id="10" creationId="{1D399B2B-A2DF-2D43-614C-09655DAE0F74}"/>
          </ac:picMkLst>
        </pc:picChg>
        <pc:picChg chg="add del mod">
          <ac:chgData name="건민 김" userId="d1eddbeb2fe859bd" providerId="LiveId" clId="{EBB176FD-EACF-430B-8EAE-3428A3E4D02D}" dt="2026-06-21T11:29:58.850" v="5957" actId="478"/>
          <ac:picMkLst>
            <pc:docMk/>
            <pc:sldMk cId="1671861427" sldId="347"/>
            <ac:picMk id="11" creationId="{322B6286-4B88-1039-93E1-6B346AB011BD}"/>
          </ac:picMkLst>
        </pc:picChg>
        <pc:picChg chg="add del mod">
          <ac:chgData name="건민 김" userId="d1eddbeb2fe859bd" providerId="LiveId" clId="{EBB176FD-EACF-430B-8EAE-3428A3E4D02D}" dt="2026-06-21T11:30:21.190" v="5964" actId="478"/>
          <ac:picMkLst>
            <pc:docMk/>
            <pc:sldMk cId="1671861427" sldId="347"/>
            <ac:picMk id="13" creationId="{FDCE6AFF-F286-5B70-6D9D-90DDD0ACAF21}"/>
          </ac:picMkLst>
        </pc:picChg>
        <pc:picChg chg="add del mod">
          <ac:chgData name="건민 김" userId="d1eddbeb2fe859bd" providerId="LiveId" clId="{EBB176FD-EACF-430B-8EAE-3428A3E4D02D}" dt="2026-06-21T11:30:50.800" v="5967" actId="478"/>
          <ac:picMkLst>
            <pc:docMk/>
            <pc:sldMk cId="1671861427" sldId="347"/>
            <ac:picMk id="15" creationId="{052C6E56-6E64-4EA6-7EE9-8EB23FDED8B2}"/>
          </ac:picMkLst>
        </pc:picChg>
        <pc:picChg chg="add del mod">
          <ac:chgData name="건민 김" userId="d1eddbeb2fe859bd" providerId="LiveId" clId="{EBB176FD-EACF-430B-8EAE-3428A3E4D02D}" dt="2026-06-21T11:33:39.975" v="5970" actId="478"/>
          <ac:picMkLst>
            <pc:docMk/>
            <pc:sldMk cId="1671861427" sldId="347"/>
            <ac:picMk id="17" creationId="{758009C3-14BE-9B6A-7A56-E308B4D7239D}"/>
          </ac:picMkLst>
        </pc:picChg>
        <pc:picChg chg="add del mod">
          <ac:chgData name="건민 김" userId="d1eddbeb2fe859bd" providerId="LiveId" clId="{EBB176FD-EACF-430B-8EAE-3428A3E4D02D}" dt="2026-06-21T11:37:13.074" v="5987" actId="478"/>
          <ac:picMkLst>
            <pc:docMk/>
            <pc:sldMk cId="1671861427" sldId="347"/>
            <ac:picMk id="19" creationId="{11804E63-319F-62FF-AAA6-480A100D5C06}"/>
          </ac:picMkLst>
        </pc:picChg>
      </pc:sldChg>
      <pc:sldChg chg="addSp modSp mod">
        <pc:chgData name="건민 김" userId="d1eddbeb2fe859bd" providerId="LiveId" clId="{EBB176FD-EACF-430B-8EAE-3428A3E4D02D}" dt="2026-06-20T16:08:21.256" v="4185" actId="12788"/>
        <pc:sldMkLst>
          <pc:docMk/>
          <pc:sldMk cId="4037307078" sldId="348"/>
        </pc:sldMkLst>
        <pc:spChg chg="add mod">
          <ac:chgData name="건민 김" userId="d1eddbeb2fe859bd" providerId="LiveId" clId="{EBB176FD-EACF-430B-8EAE-3428A3E4D02D}" dt="2026-06-20T16:08:21.256" v="4185" actId="12788"/>
          <ac:spMkLst>
            <pc:docMk/>
            <pc:sldMk cId="4037307078" sldId="348"/>
            <ac:spMk id="3" creationId="{F48307EE-FE20-EF20-E39F-10EAFCB799AE}"/>
          </ac:spMkLst>
        </pc:spChg>
        <pc:spChg chg="add mod">
          <ac:chgData name="건민 김" userId="d1eddbeb2fe859bd" providerId="LiveId" clId="{EBB176FD-EACF-430B-8EAE-3428A3E4D02D}" dt="2026-06-20T16:08:21.256" v="4185" actId="12788"/>
          <ac:spMkLst>
            <pc:docMk/>
            <pc:sldMk cId="4037307078" sldId="348"/>
            <ac:spMk id="4" creationId="{0889E8A8-EF1A-224D-7DA0-9AFB23FB58FB}"/>
          </ac:spMkLst>
        </pc:spChg>
      </pc:sldChg>
      <pc:sldChg chg="modSp mod ord">
        <pc:chgData name="건민 김" userId="d1eddbeb2fe859bd" providerId="LiveId" clId="{EBB176FD-EACF-430B-8EAE-3428A3E4D02D}" dt="2026-06-20T01:07:29.293" v="3594" actId="20577"/>
        <pc:sldMkLst>
          <pc:docMk/>
          <pc:sldMk cId="1162094879" sldId="349"/>
        </pc:sldMkLst>
        <pc:spChg chg="mod">
          <ac:chgData name="건민 김" userId="d1eddbeb2fe859bd" providerId="LiveId" clId="{EBB176FD-EACF-430B-8EAE-3428A3E4D02D}" dt="2026-06-20T01:07:29.293" v="3594" actId="20577"/>
          <ac:spMkLst>
            <pc:docMk/>
            <pc:sldMk cId="1162094879" sldId="349"/>
            <ac:spMk id="5" creationId="{C753B02E-AEE2-DE79-D5C8-507D67DBAD92}"/>
          </ac:spMkLst>
        </pc:spChg>
      </pc:sldChg>
      <pc:sldChg chg="addSp delSp modSp add mod">
        <pc:chgData name="건민 김" userId="d1eddbeb2fe859bd" providerId="LiveId" clId="{EBB176FD-EACF-430B-8EAE-3428A3E4D02D}" dt="2026-06-21T09:54:56.443" v="4655" actId="14100"/>
        <pc:sldMkLst>
          <pc:docMk/>
          <pc:sldMk cId="1742504945" sldId="350"/>
        </pc:sldMkLst>
        <pc:spChg chg="mod">
          <ac:chgData name="건민 김" userId="d1eddbeb2fe859bd" providerId="LiveId" clId="{EBB176FD-EACF-430B-8EAE-3428A3E4D02D}" dt="2026-06-21T05:17:38.319" v="4230" actId="552"/>
          <ac:spMkLst>
            <pc:docMk/>
            <pc:sldMk cId="1742504945" sldId="350"/>
            <ac:spMk id="2" creationId="{0EA7ECA7-39A9-F3D1-69A5-2FE425E2924B}"/>
          </ac:spMkLst>
        </pc:spChg>
        <pc:spChg chg="add del mod">
          <ac:chgData name="건민 김" userId="d1eddbeb2fe859bd" providerId="LiveId" clId="{EBB176FD-EACF-430B-8EAE-3428A3E4D02D}" dt="2026-06-21T05:16:34.979" v="4187" actId="478"/>
          <ac:spMkLst>
            <pc:docMk/>
            <pc:sldMk cId="1742504945" sldId="350"/>
            <ac:spMk id="3" creationId="{E94CD42F-5B57-FFDA-B73C-BB408061A4EC}"/>
          </ac:spMkLst>
        </pc:spChg>
        <pc:spChg chg="add mod">
          <ac:chgData name="건민 김" userId="d1eddbeb2fe859bd" providerId="LiveId" clId="{EBB176FD-EACF-430B-8EAE-3428A3E4D02D}" dt="2026-06-21T09:54:56.443" v="4655" actId="14100"/>
          <ac:spMkLst>
            <pc:docMk/>
            <pc:sldMk cId="1742504945" sldId="350"/>
            <ac:spMk id="6" creationId="{D548CC54-2B78-B7AB-B5CC-328DB462B05E}"/>
          </ac:spMkLst>
        </pc:spChg>
        <pc:spChg chg="del">
          <ac:chgData name="건민 김" userId="d1eddbeb2fe859bd" providerId="LiveId" clId="{EBB176FD-EACF-430B-8EAE-3428A3E4D02D}" dt="2026-06-20T01:05:30.243" v="3571" actId="478"/>
          <ac:spMkLst>
            <pc:docMk/>
            <pc:sldMk cId="1742504945" sldId="350"/>
            <ac:spMk id="10" creationId="{CF5351D8-142B-BA3D-A6FC-17825BE18834}"/>
          </ac:spMkLst>
        </pc:spChg>
        <pc:grpChg chg="del">
          <ac:chgData name="건민 김" userId="d1eddbeb2fe859bd" providerId="LiveId" clId="{EBB176FD-EACF-430B-8EAE-3428A3E4D02D}" dt="2026-06-20T01:05:28.695" v="3569" actId="478"/>
          <ac:grpSpMkLst>
            <pc:docMk/>
            <pc:sldMk cId="1742504945" sldId="350"/>
            <ac:grpSpMk id="14" creationId="{DF09A9CE-6B80-75DC-91CA-7B5F920B812C}"/>
          </ac:grpSpMkLst>
        </pc:grpChg>
        <pc:grpChg chg="del">
          <ac:chgData name="건민 김" userId="d1eddbeb2fe859bd" providerId="LiveId" clId="{EBB176FD-EACF-430B-8EAE-3428A3E4D02D}" dt="2026-06-20T01:05:29.876" v="3570" actId="478"/>
          <ac:grpSpMkLst>
            <pc:docMk/>
            <pc:sldMk cId="1742504945" sldId="350"/>
            <ac:grpSpMk id="15" creationId="{E71FE8BA-0E26-8A94-9AF4-72ECF2ACABF5}"/>
          </ac:grpSpMkLst>
        </pc:grpChg>
      </pc:sldChg>
      <pc:sldChg chg="modSp mod">
        <pc:chgData name="건민 김" userId="d1eddbeb2fe859bd" providerId="LiveId" clId="{EBB176FD-EACF-430B-8EAE-3428A3E4D02D}" dt="2026-06-21T09:53:37.768" v="4653" actId="20577"/>
        <pc:sldMkLst>
          <pc:docMk/>
          <pc:sldMk cId="2322436950" sldId="351"/>
        </pc:sldMkLst>
        <pc:spChg chg="mod">
          <ac:chgData name="건민 김" userId="d1eddbeb2fe859bd" providerId="LiveId" clId="{EBB176FD-EACF-430B-8EAE-3428A3E4D02D}" dt="2026-06-21T09:53:37.768" v="4653" actId="20577"/>
          <ac:spMkLst>
            <pc:docMk/>
            <pc:sldMk cId="2322436950" sldId="351"/>
            <ac:spMk id="5" creationId="{6E0D3C2F-396C-BE06-12DA-957E5B61098E}"/>
          </ac:spMkLst>
        </pc:spChg>
      </pc:sldChg>
      <pc:sldChg chg="addSp modSp add mod modNotesTx">
        <pc:chgData name="건민 김" userId="d1eddbeb2fe859bd" providerId="LiveId" clId="{EBB176FD-EACF-430B-8EAE-3428A3E4D02D}" dt="2026-06-21T12:20:04.222" v="6651" actId="20577"/>
        <pc:sldMkLst>
          <pc:docMk/>
          <pc:sldMk cId="2710362412" sldId="352"/>
        </pc:sldMkLst>
        <pc:spChg chg="mod">
          <ac:chgData name="건민 김" userId="d1eddbeb2fe859bd" providerId="LiveId" clId="{EBB176FD-EACF-430B-8EAE-3428A3E4D02D}" dt="2026-06-21T11:15:09.025" v="5806" actId="20577"/>
          <ac:spMkLst>
            <pc:docMk/>
            <pc:sldMk cId="2710362412" sldId="352"/>
            <ac:spMk id="2" creationId="{4DEBD7C3-10AA-7641-FC14-F1F1A2FB81F3}"/>
          </ac:spMkLst>
        </pc:spChg>
        <pc:spChg chg="add mod">
          <ac:chgData name="건민 김" userId="d1eddbeb2fe859bd" providerId="LiveId" clId="{EBB176FD-EACF-430B-8EAE-3428A3E4D02D}" dt="2026-06-21T11:57:15.163" v="6338" actId="2710"/>
          <ac:spMkLst>
            <pc:docMk/>
            <pc:sldMk cId="2710362412" sldId="352"/>
            <ac:spMk id="3" creationId="{A64E7B2C-2A57-8F90-651F-AC09BC35710A}"/>
          </ac:spMkLst>
        </pc:spChg>
      </pc:sldChg>
      <pc:sldChg chg="addSp delSp modSp add mod">
        <pc:chgData name="건민 김" userId="d1eddbeb2fe859bd" providerId="LiveId" clId="{EBB176FD-EACF-430B-8EAE-3428A3E4D02D}" dt="2026-06-21T12:17:53.598" v="6646" actId="113"/>
        <pc:sldMkLst>
          <pc:docMk/>
          <pc:sldMk cId="868302642" sldId="354"/>
        </pc:sldMkLst>
        <pc:spChg chg="mod">
          <ac:chgData name="건민 김" userId="d1eddbeb2fe859bd" providerId="LiveId" clId="{EBB176FD-EACF-430B-8EAE-3428A3E4D02D}" dt="2026-06-21T12:01:36.731" v="6384" actId="20577"/>
          <ac:spMkLst>
            <pc:docMk/>
            <pc:sldMk cId="868302642" sldId="354"/>
            <ac:spMk id="2" creationId="{4DEBD7C3-10AA-7641-FC14-F1F1A2FB81F3}"/>
          </ac:spMkLst>
        </pc:spChg>
        <pc:spChg chg="add del mod">
          <ac:chgData name="건민 김" userId="d1eddbeb2fe859bd" providerId="LiveId" clId="{EBB176FD-EACF-430B-8EAE-3428A3E4D02D}" dt="2026-06-21T12:02:17.527" v="6392" actId="478"/>
          <ac:spMkLst>
            <pc:docMk/>
            <pc:sldMk cId="868302642" sldId="354"/>
            <ac:spMk id="3" creationId="{C7CDBBDD-8C68-0060-C9A6-EDFBEEE906DA}"/>
          </ac:spMkLst>
        </pc:spChg>
        <pc:spChg chg="add del">
          <ac:chgData name="건민 김" userId="d1eddbeb2fe859bd" providerId="LiveId" clId="{EBB176FD-EACF-430B-8EAE-3428A3E4D02D}" dt="2026-06-21T12:02:23.332" v="6394" actId="478"/>
          <ac:spMkLst>
            <pc:docMk/>
            <pc:sldMk cId="868302642" sldId="354"/>
            <ac:spMk id="4" creationId="{0F52AB1B-04F2-895C-0932-830C3957FFFE}"/>
          </ac:spMkLst>
        </pc:spChg>
        <pc:spChg chg="add del mod">
          <ac:chgData name="건민 김" userId="d1eddbeb2fe859bd" providerId="LiveId" clId="{EBB176FD-EACF-430B-8EAE-3428A3E4D02D}" dt="2026-06-21T12:02:42.623" v="6399" actId="478"/>
          <ac:spMkLst>
            <pc:docMk/>
            <pc:sldMk cId="868302642" sldId="354"/>
            <ac:spMk id="7" creationId="{88614F88-70E1-C073-DE17-E47FE6F8ACEA}"/>
          </ac:spMkLst>
        </pc:spChg>
        <pc:spChg chg="add mod">
          <ac:chgData name="건민 김" userId="d1eddbeb2fe859bd" providerId="LiveId" clId="{EBB176FD-EACF-430B-8EAE-3428A3E4D02D}" dt="2026-06-21T12:08:18.495" v="6465" actId="122"/>
          <ac:spMkLst>
            <pc:docMk/>
            <pc:sldMk cId="868302642" sldId="354"/>
            <ac:spMk id="8" creationId="{A50A428F-2F35-EB21-3FFA-76CC055FD856}"/>
          </ac:spMkLst>
        </pc:spChg>
        <pc:spChg chg="add del mod">
          <ac:chgData name="건민 김" userId="d1eddbeb2fe859bd" providerId="LiveId" clId="{EBB176FD-EACF-430B-8EAE-3428A3E4D02D}" dt="2026-06-21T12:06:58.456" v="6417" actId="478"/>
          <ac:spMkLst>
            <pc:docMk/>
            <pc:sldMk cId="868302642" sldId="354"/>
            <ac:spMk id="10" creationId="{06CE045F-5EB9-E8D4-DEF5-51E9CDFEC229}"/>
          </ac:spMkLst>
        </pc:spChg>
        <pc:spChg chg="del">
          <ac:chgData name="건민 김" userId="d1eddbeb2fe859bd" providerId="LiveId" clId="{EBB176FD-EACF-430B-8EAE-3428A3E4D02D}" dt="2026-06-21T12:01:40.227" v="6385" actId="478"/>
          <ac:spMkLst>
            <pc:docMk/>
            <pc:sldMk cId="868302642" sldId="354"/>
            <ac:spMk id="11" creationId="{19B899A8-7ED8-4A1C-003F-AF5DA2F1BBAF}"/>
          </ac:spMkLst>
        </pc:spChg>
        <pc:spChg chg="add del mod">
          <ac:chgData name="건민 김" userId="d1eddbeb2fe859bd" providerId="LiveId" clId="{EBB176FD-EACF-430B-8EAE-3428A3E4D02D}" dt="2026-06-21T12:06:57.377" v="6416" actId="478"/>
          <ac:spMkLst>
            <pc:docMk/>
            <pc:sldMk cId="868302642" sldId="354"/>
            <ac:spMk id="12" creationId="{232E8B97-6C78-5792-3892-52D7957E87FD}"/>
          </ac:spMkLst>
        </pc:spChg>
        <pc:spChg chg="add mod">
          <ac:chgData name="건민 김" userId="d1eddbeb2fe859bd" providerId="LiveId" clId="{EBB176FD-EACF-430B-8EAE-3428A3E4D02D}" dt="2026-06-21T12:17:51.852" v="6645" actId="113"/>
          <ac:spMkLst>
            <pc:docMk/>
            <pc:sldMk cId="868302642" sldId="354"/>
            <ac:spMk id="18" creationId="{FAB6ADA4-B4B2-C798-3456-989DDAF9B456}"/>
          </ac:spMkLst>
        </pc:spChg>
        <pc:spChg chg="add mod">
          <ac:chgData name="건민 김" userId="d1eddbeb2fe859bd" providerId="LiveId" clId="{EBB176FD-EACF-430B-8EAE-3428A3E4D02D}" dt="2026-06-21T12:17:53.598" v="6646" actId="113"/>
          <ac:spMkLst>
            <pc:docMk/>
            <pc:sldMk cId="868302642" sldId="354"/>
            <ac:spMk id="19" creationId="{090AB399-EACA-E777-C255-00B69D54C263}"/>
          </ac:spMkLst>
        </pc:spChg>
        <pc:cxnChg chg="add mod">
          <ac:chgData name="건민 김" userId="d1eddbeb2fe859bd" providerId="LiveId" clId="{EBB176FD-EACF-430B-8EAE-3428A3E4D02D}" dt="2026-06-21T12:17:42.782" v="6642" actId="208"/>
          <ac:cxnSpMkLst>
            <pc:docMk/>
            <pc:sldMk cId="868302642" sldId="354"/>
            <ac:cxnSpMk id="14" creationId="{DCB6FD3A-1374-EF75-E8C5-07D1BA418ABA}"/>
          </ac:cxnSpMkLst>
        </pc:cxnChg>
        <pc:cxnChg chg="add mod">
          <ac:chgData name="건민 김" userId="d1eddbeb2fe859bd" providerId="LiveId" clId="{EBB176FD-EACF-430B-8EAE-3428A3E4D02D}" dt="2026-06-21T12:17:42.782" v="6642" actId="208"/>
          <ac:cxnSpMkLst>
            <pc:docMk/>
            <pc:sldMk cId="868302642" sldId="354"/>
            <ac:cxnSpMk id="15" creationId="{EDF58C3D-551F-597D-CF56-8C860B3FC19E}"/>
          </ac:cxnSpMkLst>
        </pc:cxnChg>
      </pc:sldChg>
      <pc:sldMasterChg chg="modSldLayout">
        <pc:chgData name="건민 김" userId="d1eddbeb2fe859bd" providerId="LiveId" clId="{EBB176FD-EACF-430B-8EAE-3428A3E4D02D}" dt="2026-06-19T14:55:02.248" v="3531" actId="20577"/>
        <pc:sldMasterMkLst>
          <pc:docMk/>
          <pc:sldMasterMk cId="1154074827" sldId="2147483660"/>
        </pc:sldMasterMkLst>
        <pc:sldLayoutChg chg="modSp mod">
          <pc:chgData name="건민 김" userId="d1eddbeb2fe859bd" providerId="LiveId" clId="{EBB176FD-EACF-430B-8EAE-3428A3E4D02D}" dt="2026-06-19T14:55:02.248" v="3531" actId="20577"/>
          <pc:sldLayoutMkLst>
            <pc:docMk/>
            <pc:sldMasterMk cId="1154074827" sldId="2147483660"/>
            <pc:sldLayoutMk cId="3980009785" sldId="2147483662"/>
          </pc:sldLayoutMkLst>
          <pc:spChg chg="mod">
            <ac:chgData name="건민 김" userId="d1eddbeb2fe859bd" providerId="LiveId" clId="{EBB176FD-EACF-430B-8EAE-3428A3E4D02D}" dt="2026-06-19T14:55:02.248" v="3531" actId="20577"/>
            <ac:spMkLst>
              <pc:docMk/>
              <pc:sldMasterMk cId="1154074827" sldId="2147483660"/>
              <pc:sldLayoutMk cId="3980009785" sldId="2147483662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7459B73-9B24-9D53-1598-E50C7AE4D2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6AF5EF-47AC-DBE5-50F1-34A9C95D64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C1620-E34C-4D9A-BA1A-35D12F810EF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B05837-74F6-8310-D886-D53B1DB198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FDD5E3-817C-F44E-0128-F72F0138A5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B2318-E4CC-4934-B49A-159186C389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2502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72AE1-6E02-47EB-80D5-22110F1BCB35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CC50-3810-4934-88BB-E27C37988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9165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504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F12D-8334-EB82-98F7-110040EB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2CD5F7-AE34-64B4-0E1F-A6902D1F2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3677DC-331C-3178-70E2-4754FE762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9FEC9600-66C4-DC13-3E2D-B11DCE5F88B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B3F18E-C6B4-FD7C-E44D-0D8C2629A6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A8409F-A5FB-DC1E-A1B2-453730DF2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37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50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061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003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8AE9-D49D-F3B2-83E7-A801AF4F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ADAF62-7400-96CA-15AF-3595DA801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CEB73-9300-FD58-76DE-3D59F3C7E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머리글 개체 틀 3">
            <a:extLst>
              <a:ext uri="{FF2B5EF4-FFF2-40B4-BE49-F238E27FC236}">
                <a16:creationId xmlns:a16="http://schemas.microsoft.com/office/drawing/2014/main" id="{4AD1CAC9-4696-AAFE-279A-4EE8A368035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1361F-2385-DB1C-B853-61E935F35A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EF629D-8472-7798-1D8E-B7630741C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070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99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89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691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777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20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163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955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726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50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32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323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19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058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solidFill>
                <a:srgbClr val="1155CC"/>
              </a:solidFill>
              <a:ea typeface="맑은 고딕"/>
            </a:endParaRPr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742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306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610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57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517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3117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8528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929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465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 altLang="ko-KR"/>
              <a:t>Geonmin KIM 02416352, Jisoo PARK 02416525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Footer is Here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CC50-3810-4934-88BB-E27C37988AA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965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998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0572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1479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4862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5388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350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4522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9395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026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620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5685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BF8A9-D553-3842-139F-7814ED48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7C358E9C-98F5-8524-33C3-9F4C63E4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436D8FD-EB71-E21D-4294-B9F1B87B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52FFA-47FD-CC49-A2A3-293A4A29FD96}" type="datetime1">
              <a:rPr lang="ko-KR" altLang="en-US" smtClean="0"/>
              <a:t>2026-06-25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</a:t>
            </a:r>
            <a:r>
              <a:rPr lang="en-US" altLang="ko-KR" sz="1200"/>
              <a:t>02416525</a:t>
            </a: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6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72" r:id="rId1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89/fmicb.2024.1339156" TargetMode="External"/><Relationship Id="rId3" Type="http://schemas.openxmlformats.org/officeDocument/2006/relationships/hyperlink" Target="https://doi.org/10.1186/s12864-024-11135-y" TargetMode="External"/><Relationship Id="rId7" Type="http://schemas.openxmlformats.org/officeDocument/2006/relationships/hyperlink" Target="https://jamiehickmanvi.wordpress.com/unit-19/pixels-and-image-resolution/" TargetMode="External"/><Relationship Id="rId2" Type="http://schemas.openxmlformats.org/officeDocument/2006/relationships/hyperlink" Target="https://doi.org/10.1093/bioinformatics/17.5.42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procs.2023.08.204" TargetMode="External"/><Relationship Id="rId5" Type="http://schemas.openxmlformats.org/officeDocument/2006/relationships/hyperlink" Target="https://doi.org/10.1186/s12859-015-0655-4" TargetMode="External"/><Relationship Id="rId10" Type="http://schemas.openxmlformats.org/officeDocument/2006/relationships/hyperlink" Target="https://resources.qiagenbioinformatics.com/manuals/clcgenomicsworkbench/700/BE_Sequence_logo.html" TargetMode="External"/><Relationship Id="rId4" Type="http://schemas.openxmlformats.org/officeDocument/2006/relationships/hyperlink" Target="https://doi.org/10.1186/1471-2105-7-243" TargetMode="External"/><Relationship Id="rId9" Type="http://schemas.openxmlformats.org/officeDocument/2006/relationships/hyperlink" Target="https://doi.org/10.1038/s10038-024-01275-0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Geonmin.Kim@ghent.ac.k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isoo.Park@ghent.ac.kr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na science cartoon vector illustration 17407883 Vector Art at Vecteezy">
            <a:extLst>
              <a:ext uri="{FF2B5EF4-FFF2-40B4-BE49-F238E27FC236}">
                <a16:creationId xmlns:a16="http://schemas.microsoft.com/office/drawing/2014/main" id="{BD9DE53C-63BB-41DB-4375-64DD32BD2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1243">
            <a:off x="6078275" y="1180066"/>
            <a:ext cx="4497868" cy="449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33365E-82DC-4CE1-D87B-BB98CBCD4CCB}"/>
              </a:ext>
            </a:extLst>
          </p:cNvPr>
          <p:cNvSpPr txBox="1"/>
          <p:nvPr/>
        </p:nvSpPr>
        <p:spPr>
          <a:xfrm>
            <a:off x="3558174" y="40837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C3476-1629-2E48-C147-97F30A8C8AB0}"/>
              </a:ext>
            </a:extLst>
          </p:cNvPr>
          <p:cNvSpPr txBox="1"/>
          <p:nvPr/>
        </p:nvSpPr>
        <p:spPr>
          <a:xfrm>
            <a:off x="2119223" y="1358904"/>
            <a:ext cx="55747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>
                <a:latin typeface="+mj-lt"/>
                <a:ea typeface="맑은 고딕"/>
                <a:cs typeface="Arial"/>
              </a:rPr>
              <a:t>Reading DNA </a:t>
            </a:r>
          </a:p>
          <a:p>
            <a:r>
              <a:rPr lang="en-US" altLang="ko-KR" sz="4800">
                <a:latin typeface="+mj-lt"/>
                <a:ea typeface="맑은 고딕"/>
                <a:cs typeface="Arial"/>
              </a:rPr>
              <a:t>as an Image</a:t>
            </a:r>
            <a:br>
              <a:rPr lang="en-US" altLang="ko-KR" sz="4400">
                <a:solidFill>
                  <a:schemeClr val="bg1"/>
                </a:solidFill>
                <a:ea typeface="맑은 고딕"/>
                <a:cs typeface="Arial"/>
              </a:rPr>
            </a:br>
            <a:r>
              <a:rPr lang="en-US" altLang="ko-KR" sz="3600"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Overcoming Linear Data Limits with FCGR and CV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C6DAB82-3438-47D8-6405-363E12A39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948" y="3338950"/>
            <a:ext cx="4629411" cy="458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52D868-1C2C-0CE6-07FB-3E1C2F86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10" descr="Bridging Chaos Game Representations and $k$-mer Frequencies of DNA Sequences">
            <a:extLst>
              <a:ext uri="{FF2B5EF4-FFF2-40B4-BE49-F238E27FC236}">
                <a16:creationId xmlns:a16="http://schemas.microsoft.com/office/drawing/2014/main" id="{E756D3B0-193C-518E-9E45-1830DA8F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77" y="4144757"/>
            <a:ext cx="1416793" cy="144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266EC-45DF-FBBC-2109-06BAFEB67BDB}"/>
              </a:ext>
            </a:extLst>
          </p:cNvPr>
          <p:cNvSpPr txBox="1"/>
          <p:nvPr/>
        </p:nvSpPr>
        <p:spPr>
          <a:xfrm>
            <a:off x="2167801" y="4341848"/>
            <a:ext cx="397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Geonmin KIM 02416352</a:t>
            </a:r>
          </a:p>
          <a:p>
            <a:r>
              <a:rPr lang="en-US" altLang="ko-KR"/>
              <a:t>Jisoo PARK 02416525</a:t>
            </a:r>
          </a:p>
        </p:txBody>
      </p:sp>
    </p:spTree>
    <p:extLst>
      <p:ext uri="{BB962C8B-B14F-4D97-AF65-F5344CB8AC3E}">
        <p14:creationId xmlns:p14="http://schemas.microsoft.com/office/powerpoint/2010/main" val="2184139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3A81-B045-7869-8882-96243C02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872B3-42EB-8311-CD75-7C7C5126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D21156-E194-BE37-902A-BC51E7FAEF37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Contents</a:t>
            </a:r>
            <a:endParaRPr lang="ko-KR" altLang="en-US" sz="2800" b="1"/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4C7741-E1BF-9AE0-CFB9-E2C55742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86" y="1389941"/>
            <a:ext cx="8875486" cy="431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6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1403B9-8C18-FC11-A2CB-971786DB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A7ECA7-39A9-F3D1-69A5-2FE425E2924B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Overview</a:t>
            </a:r>
            <a:endParaRPr lang="ko-KR" altLang="en-US" sz="2800" b="1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F5351D8-142B-BA3D-A6FC-17825BE18834}"/>
              </a:ext>
            </a:extLst>
          </p:cNvPr>
          <p:cNvSpPr/>
          <p:nvPr/>
        </p:nvSpPr>
        <p:spPr>
          <a:xfrm>
            <a:off x="6021243" y="2723731"/>
            <a:ext cx="1305461" cy="53483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F09A9CE-6B80-75DC-91CA-7B5F920B812C}"/>
              </a:ext>
            </a:extLst>
          </p:cNvPr>
          <p:cNvGrpSpPr/>
          <p:nvPr/>
        </p:nvGrpSpPr>
        <p:grpSpPr>
          <a:xfrm>
            <a:off x="2035834" y="1178644"/>
            <a:ext cx="4060166" cy="4583374"/>
            <a:chOff x="511834" y="1178644"/>
            <a:chExt cx="4060166" cy="458337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F42875B-831F-FA55-359C-7E571D339C43}"/>
                </a:ext>
              </a:extLst>
            </p:cNvPr>
            <p:cNvSpPr txBox="1"/>
            <p:nvPr/>
          </p:nvSpPr>
          <p:spPr>
            <a:xfrm>
              <a:off x="767748" y="1178644"/>
              <a:ext cx="3292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/>
                <a:t>Traditional Approach </a:t>
              </a:r>
              <a:endParaRPr lang="ko-KR" altLang="en-US" sz="2400" b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ED08DB-D8C1-DE26-0CEF-253A08B886C3}"/>
                </a:ext>
              </a:extLst>
            </p:cNvPr>
            <p:cNvSpPr txBox="1"/>
            <p:nvPr/>
          </p:nvSpPr>
          <p:spPr>
            <a:xfrm>
              <a:off x="511834" y="2329431"/>
              <a:ext cx="357708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C  </a:t>
              </a:r>
              <a:r>
                <a:rPr lang="ko-KR" altLang="ko-KR" sz="2000" b="1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C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ko-KR" altLang="ko-KR" sz="2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|  |  |  |     |  |  |</a:t>
              </a:r>
            </a:p>
            <a:p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C  </a:t>
              </a:r>
              <a:r>
                <a:rPr lang="ko-KR" altLang="ko-KR" sz="2000" b="1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r>
                <a:rPr lang="ko-KR" altLang="ko-KR" sz="2000">
                  <a:latin typeface="Courier New" panose="02070309020205020404" pitchFamily="49" charset="0"/>
                  <a:cs typeface="Courier New" panose="02070309020205020404" pitchFamily="49" charset="0"/>
                </a:rPr>
                <a:t>  C  </a:t>
              </a:r>
              <a:r>
                <a:rPr lang="ko-KR" altLang="ko-KR" sz="2000" err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endParaRPr lang="ko-KR" altLang="ko-KR" sz="2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ko-KR" altLang="en-US" sz="20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F8764A-C6F7-80FF-EA22-0F54E03F642A}"/>
                </a:ext>
              </a:extLst>
            </p:cNvPr>
            <p:cNvSpPr txBox="1"/>
            <p:nvPr/>
          </p:nvSpPr>
          <p:spPr>
            <a:xfrm>
              <a:off x="511834" y="4341693"/>
              <a:ext cx="4060166" cy="1420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ko-KR" sz="2000"/>
                <a:t>• </a:t>
              </a:r>
              <a:r>
                <a:rPr lang="en-US" altLang="ko-KR" sz="2000"/>
                <a:t> 1D String (A, C, G, T)</a:t>
              </a:r>
            </a:p>
            <a:p>
              <a:pPr>
                <a:lnSpc>
                  <a:spcPct val="150000"/>
                </a:lnSpc>
              </a:pPr>
              <a:r>
                <a:rPr lang="ko-KR" altLang="ko-KR" sz="2000"/>
                <a:t>• </a:t>
              </a:r>
              <a:r>
                <a:rPr lang="en-US" altLang="ko-KR" sz="2000"/>
                <a:t> Sequence Alignment</a:t>
              </a:r>
            </a:p>
            <a:p>
              <a:pPr>
                <a:lnSpc>
                  <a:spcPct val="150000"/>
                </a:lnSpc>
              </a:pPr>
              <a:r>
                <a:rPr lang="ko-KR" altLang="ko-KR" sz="2000"/>
                <a:t>• </a:t>
              </a:r>
              <a:r>
                <a:rPr lang="en-US" altLang="ko-KR" sz="2000"/>
                <a:t> Position-by-position Matching</a:t>
              </a:r>
              <a:endParaRPr lang="ko-KR" altLang="en-US" sz="20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71FE8BA-0E26-8A94-9AF4-72ECF2ACABF5}"/>
              </a:ext>
            </a:extLst>
          </p:cNvPr>
          <p:cNvGrpSpPr/>
          <p:nvPr/>
        </p:nvGrpSpPr>
        <p:grpSpPr>
          <a:xfrm>
            <a:off x="6889635" y="1178644"/>
            <a:ext cx="3594339" cy="4583374"/>
            <a:chOff x="5365634" y="1178644"/>
            <a:chExt cx="3594339" cy="45833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845C7F-8991-434D-16BA-22687217A319}"/>
                </a:ext>
              </a:extLst>
            </p:cNvPr>
            <p:cNvSpPr txBox="1"/>
            <p:nvPr/>
          </p:nvSpPr>
          <p:spPr>
            <a:xfrm>
              <a:off x="5949354" y="1178644"/>
              <a:ext cx="24268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/>
                <a:t>Alignment-free</a:t>
              </a:r>
              <a:endParaRPr lang="ko-KR" altLang="en-US" sz="2400" b="1"/>
            </a:p>
          </p:txBody>
        </p:sp>
        <p:pic>
          <p:nvPicPr>
            <p:cNvPr id="8" name="그림 7" descr="The image depicts a grid pattern with labeled cells containing the letters C, G, and A, suggesting a possible genetic sequence or a patterned layout.&#10;&#10;AI 생성 콘텐츠는 정확하지 않을 수 있습니다.">
              <a:extLst>
                <a:ext uri="{FF2B5EF4-FFF2-40B4-BE49-F238E27FC236}">
                  <a16:creationId xmlns:a16="http://schemas.microsoft.com/office/drawing/2014/main" id="{8C3E2596-D047-ADD6-B350-861CE0B0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1023" y="2034750"/>
              <a:ext cx="1903561" cy="191280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B4395A-B4C5-1D10-7FD0-BBC76475ADE0}"/>
                </a:ext>
              </a:extLst>
            </p:cNvPr>
            <p:cNvSpPr txBox="1"/>
            <p:nvPr/>
          </p:nvSpPr>
          <p:spPr>
            <a:xfrm>
              <a:off x="5365634" y="4341693"/>
              <a:ext cx="3594339" cy="1420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ko-KR" sz="2000" dirty="0"/>
                <a:t>• </a:t>
              </a:r>
              <a:r>
                <a:rPr lang="en-US" altLang="ko-KR" sz="2000" dirty="0"/>
                <a:t> 2D Image</a:t>
              </a:r>
            </a:p>
            <a:p>
              <a:pPr>
                <a:lnSpc>
                  <a:spcPct val="150000"/>
                </a:lnSpc>
              </a:pPr>
              <a:r>
                <a:rPr lang="ko-KR" altLang="ko-KR" sz="2000" dirty="0"/>
                <a:t>• </a:t>
              </a:r>
              <a:r>
                <a:rPr lang="en-US" altLang="ko-KR" sz="2000" dirty="0"/>
                <a:t> Alignment-free</a:t>
              </a:r>
            </a:p>
            <a:p>
              <a:pPr>
                <a:lnSpc>
                  <a:spcPct val="150000"/>
                </a:lnSpc>
              </a:pPr>
              <a:r>
                <a:rPr lang="ko-KR" altLang="ko-KR" sz="2000" dirty="0"/>
                <a:t>• </a:t>
              </a:r>
              <a:r>
                <a:rPr lang="en-US" altLang="ko-KR" sz="2000" dirty="0"/>
                <a:t> Composition </a:t>
              </a:r>
              <a:r>
                <a:rPr lang="ko-KR" altLang="ko-KR" sz="2000" dirty="0"/>
                <a:t>→</a:t>
              </a:r>
              <a:r>
                <a:rPr lang="en-US" altLang="ko-KR" sz="2000" dirty="0"/>
                <a:t> Visual Data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2273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EFA877-764E-6288-7542-68BA243A3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6193" y="903628"/>
            <a:ext cx="7756072" cy="3226503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C70FD4-3DE8-59AF-8176-A93FC1E1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r>
              <a:rPr lang="en-US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BB9DA91-65CB-0A28-E540-8764476B51AE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굴림"/>
              </a:rPr>
              <a:t>Why FCGR for Genome Sequencing?</a:t>
            </a:r>
            <a:endParaRPr lang="ko-KR" altLang="en-US" sz="2800" b="1">
              <a:ea typeface="굴림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8CDFE-DE30-023E-E973-B6C6C655CB4C}"/>
              </a:ext>
            </a:extLst>
          </p:cNvPr>
          <p:cNvSpPr txBox="1"/>
          <p:nvPr/>
        </p:nvSpPr>
        <p:spPr>
          <a:xfrm>
            <a:off x="3949959" y="516915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BFE8A-5235-99DE-0580-347512C022B1}"/>
              </a:ext>
            </a:extLst>
          </p:cNvPr>
          <p:cNvSpPr txBox="1"/>
          <p:nvPr/>
        </p:nvSpPr>
        <p:spPr>
          <a:xfrm>
            <a:off x="3265995" y="4292297"/>
            <a:ext cx="66802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200">
                <a:ea typeface="굴림"/>
                <a:cs typeface="Arial"/>
              </a:rPr>
              <a:t>T</a:t>
            </a:r>
            <a:r>
              <a:rPr lang="ko-KR" altLang="en-US" sz="2400">
                <a:ea typeface="굴림"/>
                <a:cs typeface="Arial"/>
              </a:rPr>
              <a:t>raditional DNA analysis: linear alignment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06CF4-A4BB-C4C0-C257-10321DE5508B}"/>
              </a:ext>
            </a:extLst>
          </p:cNvPr>
          <p:cNvSpPr txBox="1"/>
          <p:nvPr/>
        </p:nvSpPr>
        <p:spPr>
          <a:xfrm>
            <a:off x="4696408" y="524380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D2292-BC10-3F04-D77D-3A6C26CFB81F}"/>
              </a:ext>
            </a:extLst>
          </p:cNvPr>
          <p:cNvSpPr txBox="1"/>
          <p:nvPr/>
        </p:nvSpPr>
        <p:spPr>
          <a:xfrm>
            <a:off x="2751690" y="5171868"/>
            <a:ext cx="6684287" cy="11318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err="1">
                <a:ea typeface="굴림"/>
                <a:cs typeface="Arial"/>
              </a:rPr>
              <a:t>Substantial</a:t>
            </a:r>
            <a:r>
              <a:rPr lang="ko-KR" altLang="en-US" sz="2400" dirty="0">
                <a:ea typeface="굴림"/>
                <a:cs typeface="Arial"/>
              </a:rPr>
              <a:t> </a:t>
            </a:r>
            <a:r>
              <a:rPr lang="ko-KR" altLang="en-US" sz="2400" dirty="0" err="1">
                <a:ea typeface="굴림"/>
                <a:cs typeface="Arial"/>
              </a:rPr>
              <a:t>computation</a:t>
            </a:r>
            <a:r>
              <a:rPr lang="ko-KR" altLang="en-US" sz="2400" dirty="0">
                <a:ea typeface="굴림"/>
                <a:cs typeface="Arial"/>
              </a:rPr>
              <a:t> </a:t>
            </a:r>
            <a:r>
              <a:rPr lang="ko-KR" altLang="en-US" sz="2400" dirty="0" err="1">
                <a:ea typeface="굴림"/>
                <a:cs typeface="Arial"/>
              </a:rPr>
              <a:t>time</a:t>
            </a:r>
            <a:r>
              <a:rPr lang="ko-KR" altLang="en-US" sz="2400" dirty="0">
                <a:ea typeface="굴림"/>
                <a:cs typeface="Arial"/>
              </a:rPr>
              <a:t> </a:t>
            </a:r>
            <a:endParaRPr lang="ko-KR" altLang="en-US" sz="2400">
              <a:ea typeface="굴림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400">
                <a:ea typeface="굴림"/>
                <a:cs typeface="Arial"/>
              </a:rPr>
              <a:t>&amp; </a:t>
            </a:r>
            <a:r>
              <a:rPr lang="en-US" altLang="ko-KR" sz="2400" dirty="0">
                <a:ea typeface="굴림"/>
                <a:cs typeface="Arial"/>
              </a:rPr>
              <a:t>L</a:t>
            </a:r>
            <a:r>
              <a:rPr lang="ko-KR" altLang="en-US" sz="2400">
                <a:ea typeface="굴림"/>
                <a:cs typeface="Arial"/>
              </a:rPr>
              <a:t>imitation</a:t>
            </a:r>
            <a:r>
              <a:rPr lang="ko-KR" altLang="en-US" sz="2400" dirty="0">
                <a:ea typeface="굴림"/>
                <a:cs typeface="Arial"/>
              </a:rPr>
              <a:t> of </a:t>
            </a:r>
            <a:r>
              <a:rPr lang="ko-KR" altLang="en-US" sz="2400">
                <a:ea typeface="굴림"/>
                <a:cs typeface="Arial"/>
              </a:rPr>
              <a:t>capturing</a:t>
            </a:r>
            <a:r>
              <a:rPr lang="ko-KR" altLang="en-US" sz="2400" dirty="0">
                <a:ea typeface="굴림"/>
                <a:cs typeface="Arial"/>
              </a:rPr>
              <a:t> </a:t>
            </a:r>
            <a:r>
              <a:rPr lang="ko-KR" altLang="en-US" sz="2400">
                <a:ea typeface="굴림"/>
                <a:cs typeface="Arial"/>
              </a:rPr>
              <a:t>global</a:t>
            </a:r>
            <a:r>
              <a:rPr lang="ko-KR" altLang="en-US" sz="2400" dirty="0">
                <a:ea typeface="굴림"/>
                <a:cs typeface="Arial"/>
              </a:rPr>
              <a:t> </a:t>
            </a:r>
            <a:r>
              <a:rPr lang="ko-KR" altLang="en-US" sz="2400">
                <a:ea typeface="굴림"/>
                <a:cs typeface="Arial"/>
              </a:rPr>
              <a:t>characteristics</a:t>
            </a:r>
            <a:endParaRPr lang="ko-KR" altLang="en-US" sz="2400">
              <a:cs typeface="Arial" panose="020B0604020202020204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CE8A03-0909-212B-746A-E6EBEF8EAAD5}"/>
              </a:ext>
            </a:extLst>
          </p:cNvPr>
          <p:cNvSpPr/>
          <p:nvPr/>
        </p:nvSpPr>
        <p:spPr>
          <a:xfrm rot="5400000">
            <a:off x="5897418" y="4851072"/>
            <a:ext cx="396174" cy="383637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4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A4B61-43D7-3461-A3B4-5009946BF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60B3E0-31DC-698F-CCD7-48404BDC21C2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Basic Concept of CGR and FCGR</a:t>
            </a:r>
            <a:endParaRPr lang="ko-KR" altLang="en-US" sz="28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0AA7D-5A27-064C-8AC9-7EDAB46D7D6C}"/>
              </a:ext>
            </a:extLst>
          </p:cNvPr>
          <p:cNvSpPr txBox="1"/>
          <p:nvPr/>
        </p:nvSpPr>
        <p:spPr>
          <a:xfrm>
            <a:off x="5242345" y="1363919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u="sng" dirty="0">
                <a:solidFill>
                  <a:schemeClr val="tx2"/>
                </a:solidFill>
                <a:ea typeface="굴림"/>
                <a:cs typeface="Arial"/>
              </a:rPr>
              <a:t>ACTG</a:t>
            </a:r>
            <a:endParaRPr lang="ko-KR" altLang="en-US" sz="2000" u="sng" dirty="0">
              <a:solidFill>
                <a:schemeClr val="tx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47D357-F8BB-9E27-0572-A319C995D092}"/>
              </a:ext>
            </a:extLst>
          </p:cNvPr>
          <p:cNvSpPr/>
          <p:nvPr/>
        </p:nvSpPr>
        <p:spPr>
          <a:xfrm>
            <a:off x="3918041" y="2098296"/>
            <a:ext cx="3649578" cy="32217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26443-673C-3895-D7D7-78168D2BA7A6}"/>
              </a:ext>
            </a:extLst>
          </p:cNvPr>
          <p:cNvSpPr txBox="1"/>
          <p:nvPr/>
        </p:nvSpPr>
        <p:spPr>
          <a:xfrm>
            <a:off x="7572603" y="172981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굴림"/>
                <a:cs typeface="Arial"/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8B127-A327-700C-D894-F9E005E42545}"/>
              </a:ext>
            </a:extLst>
          </p:cNvPr>
          <p:cNvSpPr txBox="1"/>
          <p:nvPr/>
        </p:nvSpPr>
        <p:spPr>
          <a:xfrm>
            <a:off x="3592884" y="17298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굴림"/>
                <a:cs typeface="Arial"/>
              </a:rPr>
              <a:t>A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813ED-6DE0-1D72-96B8-C6FE651C9E33}"/>
              </a:ext>
            </a:extLst>
          </p:cNvPr>
          <p:cNvSpPr txBox="1"/>
          <p:nvPr/>
        </p:nvSpPr>
        <p:spPr>
          <a:xfrm>
            <a:off x="3592883" y="531467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굴림"/>
                <a:cs typeface="Arial"/>
              </a:rPr>
              <a:t>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99B5AA-A862-B182-DBAE-8338DB7B31A3}"/>
              </a:ext>
            </a:extLst>
          </p:cNvPr>
          <p:cNvSpPr txBox="1"/>
          <p:nvPr/>
        </p:nvSpPr>
        <p:spPr>
          <a:xfrm>
            <a:off x="7572602" y="531467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>
                <a:ea typeface="굴림"/>
                <a:cs typeface="Arial"/>
              </a:rPr>
              <a:t>T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687E815-0EE1-559C-6289-B99E9F90CF9B}"/>
              </a:ext>
            </a:extLst>
          </p:cNvPr>
          <p:cNvCxnSpPr/>
          <p:nvPr/>
        </p:nvCxnSpPr>
        <p:spPr>
          <a:xfrm>
            <a:off x="5752856" y="2095196"/>
            <a:ext cx="2710" cy="321091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8E2CDEA-C20E-2E53-AAC0-867311F880A4}"/>
              </a:ext>
            </a:extLst>
          </p:cNvPr>
          <p:cNvCxnSpPr/>
          <p:nvPr/>
        </p:nvCxnSpPr>
        <p:spPr>
          <a:xfrm>
            <a:off x="3913969" y="3712714"/>
            <a:ext cx="3659968" cy="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순서도: 연결자 28">
            <a:extLst>
              <a:ext uri="{FF2B5EF4-FFF2-40B4-BE49-F238E27FC236}">
                <a16:creationId xmlns:a16="http://schemas.microsoft.com/office/drawing/2014/main" id="{1982D15A-AD30-EFC1-B1C2-E10A28B4F131}"/>
              </a:ext>
            </a:extLst>
          </p:cNvPr>
          <p:cNvSpPr/>
          <p:nvPr/>
        </p:nvSpPr>
        <p:spPr>
          <a:xfrm>
            <a:off x="5681882" y="3642591"/>
            <a:ext cx="147052" cy="147052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E63C3EB-9859-F074-D7D3-5CA25FCA01B0}"/>
              </a:ext>
            </a:extLst>
          </p:cNvPr>
          <p:cNvCxnSpPr/>
          <p:nvPr/>
        </p:nvCxnSpPr>
        <p:spPr>
          <a:xfrm>
            <a:off x="3885776" y="2074416"/>
            <a:ext cx="1794345" cy="157303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순서도: 연결자 30">
            <a:extLst>
              <a:ext uri="{FF2B5EF4-FFF2-40B4-BE49-F238E27FC236}">
                <a16:creationId xmlns:a16="http://schemas.microsoft.com/office/drawing/2014/main" id="{F0040D8C-18E7-B365-C03E-68A8E50C8BFE}"/>
              </a:ext>
            </a:extLst>
          </p:cNvPr>
          <p:cNvSpPr/>
          <p:nvPr/>
        </p:nvSpPr>
        <p:spPr>
          <a:xfrm>
            <a:off x="4715527" y="2790536"/>
            <a:ext cx="147052" cy="147052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AA5F6B3-A46A-0BBC-2BF4-77282212FBAE}"/>
              </a:ext>
            </a:extLst>
          </p:cNvPr>
          <p:cNvCxnSpPr/>
          <p:nvPr/>
        </p:nvCxnSpPr>
        <p:spPr>
          <a:xfrm flipH="1">
            <a:off x="4908950" y="2148214"/>
            <a:ext cx="2594250" cy="66256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633F72B3-EB57-6C06-3279-07C8C79DD80C}"/>
              </a:ext>
            </a:extLst>
          </p:cNvPr>
          <p:cNvSpPr/>
          <p:nvPr/>
        </p:nvSpPr>
        <p:spPr>
          <a:xfrm>
            <a:off x="6094541" y="2404614"/>
            <a:ext cx="147052" cy="147052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C29EA61-68F7-321B-45FA-7ED60F914521}"/>
              </a:ext>
            </a:extLst>
          </p:cNvPr>
          <p:cNvCxnSpPr/>
          <p:nvPr/>
        </p:nvCxnSpPr>
        <p:spPr>
          <a:xfrm>
            <a:off x="6234221" y="2595370"/>
            <a:ext cx="1283433" cy="269311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29FB59C9-AD16-FCDD-259F-933DAE0FF278}"/>
              </a:ext>
            </a:extLst>
          </p:cNvPr>
          <p:cNvSpPr/>
          <p:nvPr/>
        </p:nvSpPr>
        <p:spPr>
          <a:xfrm>
            <a:off x="6803703" y="3939094"/>
            <a:ext cx="147052" cy="147052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FEF4D2C-349C-3AF8-EF36-77BB87793EEF}"/>
              </a:ext>
            </a:extLst>
          </p:cNvPr>
          <p:cNvCxnSpPr/>
          <p:nvPr/>
        </p:nvCxnSpPr>
        <p:spPr>
          <a:xfrm flipH="1">
            <a:off x="3943022" y="4064349"/>
            <a:ext cx="2843156" cy="1206231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6ED3A9E0-5D83-8715-975C-ADA71C0614A6}"/>
              </a:ext>
            </a:extLst>
          </p:cNvPr>
          <p:cNvSpPr/>
          <p:nvPr/>
        </p:nvSpPr>
        <p:spPr>
          <a:xfrm>
            <a:off x="5364418" y="4589305"/>
            <a:ext cx="147052" cy="147052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4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1" grpId="0" animBg="1"/>
      <p:bldP spid="15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F5C18-73A7-33AC-5386-F87718A3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C94E97-200D-4461-807B-2644363A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r>
              <a:rPr lang="en-US"/>
              <a:t>/26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BB83461-D18F-1395-9C00-D4848009B7A4}"/>
              </a:ext>
            </a:extLst>
          </p:cNvPr>
          <p:cNvGrpSpPr/>
          <p:nvPr/>
        </p:nvGrpSpPr>
        <p:grpSpPr>
          <a:xfrm>
            <a:off x="4795516" y="1066207"/>
            <a:ext cx="4032862" cy="2744708"/>
            <a:chOff x="3775045" y="1066207"/>
            <a:chExt cx="4032862" cy="2744708"/>
          </a:xfrm>
        </p:grpSpPr>
        <p:pic>
          <p:nvPicPr>
            <p:cNvPr id="11" name="그림 10" descr="The image depicts a genetic map showing gene positions on chromosome 17, with genetic markers and distances in centimorgans (cM) between them.&#10;&#10;AI 생성 콘텐츠는 정확하지 않을 수 있습니다.">
              <a:extLst>
                <a:ext uri="{FF2B5EF4-FFF2-40B4-BE49-F238E27FC236}">
                  <a16:creationId xmlns:a16="http://schemas.microsoft.com/office/drawing/2014/main" id="{049C7336-4E69-E562-2563-885BFB899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3132"/>
            <a:stretch>
              <a:fillRect/>
            </a:stretch>
          </p:blipFill>
          <p:spPr>
            <a:xfrm>
              <a:off x="4449308" y="1066207"/>
              <a:ext cx="3358599" cy="2744708"/>
            </a:xfrm>
            <a:prstGeom prst="rect">
              <a:avLst/>
            </a:prstGeom>
          </p:spPr>
        </p:pic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A69384C5-CAB8-D450-1217-06E3C02D71F4}"/>
                </a:ext>
              </a:extLst>
            </p:cNvPr>
            <p:cNvSpPr/>
            <p:nvPr/>
          </p:nvSpPr>
          <p:spPr>
            <a:xfrm>
              <a:off x="3775045" y="2253895"/>
              <a:ext cx="654341" cy="369332"/>
            </a:xfrm>
            <a:prstGeom prst="rightArrow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2D80083-057D-D1CD-361B-37C44F0B9BF0}"/>
              </a:ext>
            </a:extLst>
          </p:cNvPr>
          <p:cNvGrpSpPr/>
          <p:nvPr/>
        </p:nvGrpSpPr>
        <p:grpSpPr>
          <a:xfrm>
            <a:off x="2431991" y="3899443"/>
            <a:ext cx="7749718" cy="2321325"/>
            <a:chOff x="664710" y="3899442"/>
            <a:chExt cx="7749718" cy="2321325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C0B6FD9-3F07-569C-40DF-7530886764A6}"/>
                </a:ext>
              </a:extLst>
            </p:cNvPr>
            <p:cNvGrpSpPr/>
            <p:nvPr/>
          </p:nvGrpSpPr>
          <p:grpSpPr>
            <a:xfrm>
              <a:off x="1339378" y="3899442"/>
              <a:ext cx="7075050" cy="2321325"/>
              <a:chOff x="550543" y="3951878"/>
              <a:chExt cx="7075050" cy="2321325"/>
            </a:xfrm>
          </p:grpSpPr>
          <p:pic>
            <p:nvPicPr>
              <p:cNvPr id="16" name="그림 15" descr="The image depicts a genetic map showing gene positions on chromosome 17, with genetic markers and distances in centimorgans (cM) between them.&#10;&#10;AI 생성 콘텐츠는 정확하지 않을 수 있습니다.">
                <a:extLst>
                  <a:ext uri="{FF2B5EF4-FFF2-40B4-BE49-F238E27FC236}">
                    <a16:creationId xmlns:a16="http://schemas.microsoft.com/office/drawing/2014/main" id="{B1BAC765-F4D2-A510-F9F4-DF2E63668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6497" b="9107"/>
              <a:stretch>
                <a:fillRect/>
              </a:stretch>
            </p:blipFill>
            <p:spPr>
              <a:xfrm>
                <a:off x="550543" y="3951878"/>
                <a:ext cx="3561406" cy="2321325"/>
              </a:xfrm>
              <a:prstGeom prst="rect">
                <a:avLst/>
              </a:prstGeom>
            </p:spPr>
          </p:pic>
          <p:pic>
            <p:nvPicPr>
              <p:cNvPr id="17" name="그림 16" descr="This image appears to be a heatmap or density plot with a clear distinction of a single isolated point, likely representing a significant data point or outlier within a two-dimensional data se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0F20A765-C82D-D210-3975-4CBE37E736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5208" y="3951878"/>
                <a:ext cx="2730385" cy="2155071"/>
              </a:xfrm>
              <a:prstGeom prst="rect">
                <a:avLst/>
              </a:prstGeom>
            </p:spPr>
          </p:pic>
          <p:sp>
            <p:nvSpPr>
              <p:cNvPr id="18" name="화살표: 오른쪽 17">
                <a:extLst>
                  <a:ext uri="{FF2B5EF4-FFF2-40B4-BE49-F238E27FC236}">
                    <a16:creationId xmlns:a16="http://schemas.microsoft.com/office/drawing/2014/main" id="{4C4F9AA8-EFBB-055B-0A85-36983CCD00D5}"/>
                  </a:ext>
                </a:extLst>
              </p:cNvPr>
              <p:cNvSpPr/>
              <p:nvPr/>
            </p:nvSpPr>
            <p:spPr>
              <a:xfrm>
                <a:off x="3909268" y="4792312"/>
                <a:ext cx="654341" cy="369332"/>
              </a:xfrm>
              <a:prstGeom prst="rightArrow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353A4D09-0F04-739D-693A-59C0A0126910}"/>
                </a:ext>
              </a:extLst>
            </p:cNvPr>
            <p:cNvSpPr/>
            <p:nvPr/>
          </p:nvSpPr>
          <p:spPr>
            <a:xfrm>
              <a:off x="664710" y="4739876"/>
              <a:ext cx="654341" cy="369332"/>
            </a:xfrm>
            <a:prstGeom prst="rightArrow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29CAFAEB-51D5-F39D-3E32-C56194E1441D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Basic Concept of CGR and FCGR</a:t>
            </a:r>
            <a:endParaRPr lang="ko-KR" altLang="en-US" sz="2800" b="1"/>
          </a:p>
        </p:txBody>
      </p:sp>
      <p:pic>
        <p:nvPicPr>
          <p:cNvPr id="3" name="그림 2" descr="라인, 도표, 그래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7837AC-CEB0-A976-FE1F-D2BA26CE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198580"/>
            <a:ext cx="2909456" cy="247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43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7679-97DF-A33A-51A1-AA4E8F46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내용 개체 틀 1">
            <a:extLst>
              <a:ext uri="{FF2B5EF4-FFF2-40B4-BE49-F238E27FC236}">
                <a16:creationId xmlns:a16="http://schemas.microsoft.com/office/drawing/2014/main" id="{05F212D9-1D7C-02AF-36E0-E31E84C5D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61033"/>
              </p:ext>
            </p:extLst>
          </p:nvPr>
        </p:nvGraphicFramePr>
        <p:xfrm>
          <a:off x="1882522" y="1713135"/>
          <a:ext cx="8326835" cy="363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744">
                  <a:extLst>
                    <a:ext uri="{9D8B030D-6E8A-4147-A177-3AD203B41FA5}">
                      <a16:colId xmlns:a16="http://schemas.microsoft.com/office/drawing/2014/main" val="1385503265"/>
                    </a:ext>
                  </a:extLst>
                </a:gridCol>
                <a:gridCol w="3538512">
                  <a:extLst>
                    <a:ext uri="{9D8B030D-6E8A-4147-A177-3AD203B41FA5}">
                      <a16:colId xmlns:a16="http://schemas.microsoft.com/office/drawing/2014/main" val="2087921234"/>
                    </a:ext>
                  </a:extLst>
                </a:gridCol>
                <a:gridCol w="3207579">
                  <a:extLst>
                    <a:ext uri="{9D8B030D-6E8A-4147-A177-3AD203B41FA5}">
                      <a16:colId xmlns:a16="http://schemas.microsoft.com/office/drawing/2014/main" val="1207665264"/>
                    </a:ext>
                  </a:extLst>
                </a:gridCol>
              </a:tblGrid>
              <a:tr h="98262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2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Euclidean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DISSIM Distance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497683"/>
                  </a:ext>
                </a:extLst>
              </a:tr>
              <a:tr h="121658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Calculation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Including </a:t>
                      </a:r>
                      <a:r>
                        <a:rPr lang="ko-KR" altLang="en-US" sz="2200" b="1">
                          <a:latin typeface="Arial"/>
                          <a:cs typeface="Arial"/>
                        </a:rPr>
                        <a:t>flattening</a:t>
                      </a:r>
                    </a:p>
                    <a:p>
                      <a:pPr marL="342900" lvl="0" indent="-342900" algn="l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Subtraction, </a:t>
                      </a:r>
                      <a:r>
                        <a:rPr lang="en-US" altLang="ko-KR" sz="2200">
                          <a:latin typeface="Arial"/>
                          <a:cs typeface="Arial"/>
                        </a:rPr>
                        <a:t>S</a:t>
                      </a:r>
                      <a:r>
                        <a:rPr lang="ko-KR" altLang="en-US" sz="2200">
                          <a:latin typeface="Arial"/>
                          <a:cs typeface="Arial"/>
                        </a:rPr>
                        <a:t>quaring, </a:t>
                      </a:r>
                      <a:r>
                        <a:rPr lang="en-US" altLang="ko-KR" sz="2200">
                          <a:latin typeface="Arial"/>
                          <a:cs typeface="Arial"/>
                        </a:rPr>
                        <a:t>S</a:t>
                      </a:r>
                      <a:r>
                        <a:rPr lang="ko-KR" altLang="en-US" sz="2200">
                          <a:latin typeface="Arial"/>
                          <a:cs typeface="Arial"/>
                        </a:rPr>
                        <a:t>ummation, </a:t>
                      </a:r>
                      <a:r>
                        <a:rPr lang="en-US" altLang="ko-KR" sz="2200">
                          <a:latin typeface="Arial"/>
                          <a:cs typeface="Arial"/>
                        </a:rPr>
                        <a:t>S</a:t>
                      </a:r>
                      <a:r>
                        <a:rPr lang="ko-KR" altLang="en-US" sz="2200">
                          <a:latin typeface="Arial"/>
                          <a:cs typeface="Arial"/>
                        </a:rPr>
                        <a:t>quare root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Comparing brightness</a:t>
                      </a:r>
                    </a:p>
                    <a:p>
                      <a:pPr marL="342900" lvl="0" indent="-342900" algn="l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Comparing contrast</a:t>
                      </a:r>
                    </a:p>
                    <a:p>
                      <a:pPr marL="342900" lvl="0" indent="-342900" algn="l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Comparing structure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2211"/>
                  </a:ext>
                </a:extLst>
              </a:tr>
              <a:tr h="121658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Properties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Do not consider </a:t>
                      </a:r>
                      <a:endParaRPr lang="ko-KR" sz="2200">
                        <a:latin typeface="Arial"/>
                        <a:cs typeface="Arial"/>
                      </a:endParaRPr>
                    </a:p>
                    <a:p>
                      <a:pPr marL="342900" lvl="0" indent="-342900" algn="l">
                        <a:buFont typeface="Arial"/>
                        <a:buChar char="•"/>
                      </a:pPr>
                      <a:r>
                        <a:rPr lang="ko-KR" altLang="en-US" sz="2200">
                          <a:latin typeface="Arial"/>
                          <a:cs typeface="Arial"/>
                        </a:rPr>
                        <a:t>structural relationship</a:t>
                      </a:r>
                      <a:endParaRPr lang="ko-KR" sz="2200">
                        <a:latin typeface="Arial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latinLnBrk="1">
                        <a:buFont typeface="Arial"/>
                        <a:buChar char="•"/>
                      </a:pPr>
                      <a:r>
                        <a:rPr lang="ko-KR" altLang="en-US" sz="2200" b="1" dirty="0" err="1">
                          <a:latin typeface="Arial"/>
                          <a:cs typeface="Arial"/>
                        </a:rPr>
                        <a:t>Preserve</a:t>
                      </a:r>
                      <a:r>
                        <a:rPr lang="ko-KR" altLang="en-US" sz="2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ko-KR" altLang="en-US" sz="2200" b="1" dirty="0" err="1">
                          <a:latin typeface="Arial"/>
                          <a:cs typeface="Arial"/>
                        </a:rPr>
                        <a:t>the</a:t>
                      </a:r>
                      <a:r>
                        <a:rPr lang="ko-KR" altLang="en-US" sz="2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ko-KR" altLang="en-US" sz="2200" b="1" dirty="0" err="1">
                          <a:latin typeface="Arial"/>
                          <a:cs typeface="Arial"/>
                        </a:rPr>
                        <a:t>spatial</a:t>
                      </a:r>
                      <a:r>
                        <a:rPr lang="ko-KR" altLang="en-US" sz="22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ko-KR" altLang="en-US" sz="2200" b="1" dirty="0" err="1">
                          <a:latin typeface="Arial"/>
                          <a:cs typeface="Arial"/>
                        </a:rPr>
                        <a:t>relationships</a:t>
                      </a:r>
                      <a:r>
                        <a:rPr lang="ko-KR" altLang="en-US" sz="2200" b="1" dirty="0">
                          <a:latin typeface="Arial"/>
                          <a:cs typeface="Arial"/>
                        </a:rPr>
                        <a:t> </a:t>
                      </a:r>
                      <a:endParaRPr lang="ko-KR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6502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BF4CA8-1009-5698-A5F6-579D09EB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r>
              <a:rPr lang="en-US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68A885C-8564-63EA-9976-7E56DC719B90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굴림"/>
              </a:rPr>
              <a:t>Why not Euclidean distance?</a:t>
            </a:r>
            <a:endParaRPr lang="ko-KR" altLang="en-US" sz="2800" b="1"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675292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B12C74-58DB-7036-4BF1-15F1ECE5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r>
              <a:rPr lang="en-US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257E827-95B3-A55E-9875-8639ACBE5EEE}"/>
              </a:ext>
            </a:extLst>
          </p:cNvPr>
          <p:cNvSpPr txBox="1">
            <a:spLocks/>
          </p:cNvSpPr>
          <p:nvPr/>
        </p:nvSpPr>
        <p:spPr>
          <a:xfrm>
            <a:off x="1541092" y="1943230"/>
            <a:ext cx="9109817" cy="29715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1" algn="ctr" latinLnBrk="0">
              <a:lnSpc>
                <a:spcPct val="150000"/>
              </a:lnSpc>
            </a:pPr>
            <a:r>
              <a:rPr lang="en-US" altLang="ko-KR" sz="4000" b="1" kern="0">
                <a:solidFill>
                  <a:sysClr val="windowText" lastClr="000000"/>
                </a:solidFill>
                <a:latin typeface="+mj-lt"/>
              </a:rPr>
              <a:t>CGRClust:</a:t>
            </a:r>
            <a:br>
              <a:rPr lang="en-US" altLang="ko-KR" sz="4000" b="1" kern="0">
                <a:solidFill>
                  <a:sysClr val="windowText" lastClr="000000"/>
                </a:solidFill>
                <a:latin typeface="+mj-lt"/>
              </a:rPr>
            </a:br>
            <a:r>
              <a:rPr lang="en-US" altLang="ko-KR" sz="3500" kern="0">
                <a:solidFill>
                  <a:sysClr val="windowText" lastClr="000000"/>
                </a:solidFill>
                <a:latin typeface="+mj-lt"/>
              </a:rPr>
              <a:t> </a:t>
            </a:r>
            <a:r>
              <a:rPr lang="en-US" altLang="ko-KR" sz="3500" kern="0">
                <a:solidFill>
                  <a:sysClr val="windowText" lastClr="000000"/>
                </a:solidFill>
              </a:rPr>
              <a:t>The next generation of DNA clustering</a:t>
            </a:r>
          </a:p>
        </p:txBody>
      </p:sp>
    </p:spTree>
    <p:extLst>
      <p:ext uri="{BB962C8B-B14F-4D97-AF65-F5344CB8AC3E}">
        <p14:creationId xmlns:p14="http://schemas.microsoft.com/office/powerpoint/2010/main" val="34955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4159E74-F8CA-93AF-747C-879A0350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r>
              <a:rPr lang="en-US"/>
              <a:t>/26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A4EBDE-55E4-B6C1-19DA-C1811487985E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1533431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7E0063F-FBA8-9C85-3551-511CF0C38186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46034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2352957-E2E5-026A-B0FC-78D9CA96FF61}"/>
              </a:ext>
            </a:extLst>
          </p:cNvPr>
          <p:cNvSpPr txBox="1"/>
          <p:nvPr/>
        </p:nvSpPr>
        <p:spPr>
          <a:xfrm>
            <a:off x="4933575" y="747645"/>
            <a:ext cx="3931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C00000"/>
                </a:solidFill>
              </a:rPr>
              <a:t>[Weak Augmentation]</a:t>
            </a:r>
          </a:p>
          <a:p>
            <a:r>
              <a:rPr lang="en-US" altLang="ko-KR" sz="2000"/>
              <a:t>-Transition</a:t>
            </a:r>
            <a:endParaRPr lang="ko-KR" alt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82817-1406-2330-003D-843D55723E70}"/>
              </a:ext>
            </a:extLst>
          </p:cNvPr>
          <p:cNvSpPr txBox="1"/>
          <p:nvPr/>
        </p:nvSpPr>
        <p:spPr>
          <a:xfrm>
            <a:off x="2285999" y="2039813"/>
            <a:ext cx="1040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[Input]</a:t>
            </a:r>
            <a:endParaRPr lang="ko-KR" altLang="en-US" sz="200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D7493C3-2843-97E3-2A1A-8712FDB7C5FA}"/>
              </a:ext>
            </a:extLst>
          </p:cNvPr>
          <p:cNvGraphicFramePr>
            <a:graphicFrameLocks noGrp="1"/>
          </p:cNvGraphicFramePr>
          <p:nvPr/>
        </p:nvGraphicFramePr>
        <p:xfrm>
          <a:off x="1861776" y="26222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7E5D9E0-0228-C927-32DF-6F2AD0B51CFD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1533431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</a:t>
                      </a:r>
                      <a:r>
                        <a:rPr lang="en-US" altLang="ko-KR" sz="2000" b="1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</a:t>
                      </a:r>
                      <a:r>
                        <a:rPr lang="en-US" altLang="ko-KR" sz="2000" b="1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r>
                        <a:rPr lang="en-US" altLang="ko-KR" sz="2000" b="1" dirty="0">
                          <a:solidFill>
                            <a:srgbClr val="C00000"/>
                          </a:solidFill>
                        </a:rPr>
                        <a:t>G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66266E1-4A52-970F-9D3C-5EFC136B2C97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46034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447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altLang="ko-KR" sz="2000"/>
                        <a:t>GC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G</a:t>
                      </a:r>
                      <a:r>
                        <a:rPr lang="en-US" altLang="ko-KR" sz="2000"/>
                        <a:t>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</a:t>
                      </a:r>
                      <a:r>
                        <a:rPr lang="en-US" altLang="ko-KR" sz="2000" b="1" dirty="0">
                          <a:solidFill>
                            <a:srgbClr val="0070C0"/>
                          </a:solidFill>
                        </a:rPr>
                        <a:t>G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AC</a:t>
                      </a:r>
                      <a:r>
                        <a:rPr lang="en-US" altLang="ko-KR" sz="2000" b="1" dirty="0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0F3D2EA-D89A-0F74-6FF0-0960B7713800}"/>
              </a:ext>
            </a:extLst>
          </p:cNvPr>
          <p:cNvCxnSpPr>
            <a:cxnSpLocks/>
          </p:cNvCxnSpPr>
          <p:nvPr/>
        </p:nvCxnSpPr>
        <p:spPr>
          <a:xfrm flipV="1">
            <a:off x="4129177" y="2133601"/>
            <a:ext cx="753374" cy="13708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562F327-8C06-E1E5-1682-5967B2D4420F}"/>
              </a:ext>
            </a:extLst>
          </p:cNvPr>
          <p:cNvCxnSpPr>
            <a:cxnSpLocks/>
          </p:cNvCxnSpPr>
          <p:nvPr/>
        </p:nvCxnSpPr>
        <p:spPr>
          <a:xfrm>
            <a:off x="4129178" y="4150393"/>
            <a:ext cx="701615" cy="15027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9B58A9-AC43-4E58-7454-E27E8AF2E79A}"/>
              </a:ext>
            </a:extLst>
          </p:cNvPr>
          <p:cNvSpPr txBox="1"/>
          <p:nvPr/>
        </p:nvSpPr>
        <p:spPr>
          <a:xfrm>
            <a:off x="4933575" y="3895532"/>
            <a:ext cx="3931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0070C0"/>
                </a:solidFill>
              </a:rPr>
              <a:t>[Strong Augmentation]</a:t>
            </a:r>
          </a:p>
          <a:p>
            <a:r>
              <a:rPr lang="en-US" altLang="ko-KR" sz="2000"/>
              <a:t>-Transversion</a:t>
            </a:r>
            <a:endParaRPr lang="ko-KR" altLang="en-US" sz="20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19C901D-07B5-371F-C887-738605121A84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Step1: Data Augmentation</a:t>
            </a:r>
            <a:endParaRPr lang="ko-KR" altLang="en-US" sz="2800" b="1"/>
          </a:p>
        </p:txBody>
      </p:sp>
    </p:spTree>
    <p:extLst>
      <p:ext uri="{BB962C8B-B14F-4D97-AF65-F5344CB8AC3E}">
        <p14:creationId xmlns:p14="http://schemas.microsoft.com/office/powerpoint/2010/main" val="187357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F99AEA-3236-F1F2-EF0E-7183D4A4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r>
              <a:rPr lang="en-US"/>
              <a:t>/26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34F495-774B-1928-A6A9-2538AF5F1554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1533431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ECE3D27-CA98-ACDC-18FC-EAE801C9255E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46034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230CC2B-34AC-90A1-47B0-1E66800C6DC1}"/>
              </a:ext>
            </a:extLst>
          </p:cNvPr>
          <p:cNvSpPr txBox="1"/>
          <p:nvPr/>
        </p:nvSpPr>
        <p:spPr>
          <a:xfrm>
            <a:off x="4933575" y="747645"/>
            <a:ext cx="3931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C00000"/>
                </a:solidFill>
              </a:rPr>
              <a:t>[Weak Augmentation]</a:t>
            </a:r>
          </a:p>
          <a:p>
            <a:r>
              <a:rPr lang="en-US" altLang="ko-KR" sz="2000"/>
              <a:t>-Transition</a:t>
            </a:r>
            <a:endParaRPr lang="ko-KR" alt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20E84-8906-1FEA-5979-C68B539F6022}"/>
              </a:ext>
            </a:extLst>
          </p:cNvPr>
          <p:cNvSpPr txBox="1"/>
          <p:nvPr/>
        </p:nvSpPr>
        <p:spPr>
          <a:xfrm>
            <a:off x="4933575" y="3895532"/>
            <a:ext cx="3931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solidFill>
                  <a:srgbClr val="0070C0"/>
                </a:solidFill>
              </a:rPr>
              <a:t>[Strong Augmentation]</a:t>
            </a:r>
          </a:p>
          <a:p>
            <a:r>
              <a:rPr lang="en-US" altLang="ko-KR" sz="2000"/>
              <a:t>-Transversion</a:t>
            </a:r>
            <a:endParaRPr lang="ko-KR" alt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C28C1-A9E1-9854-5578-C86FC8E1BFA9}"/>
              </a:ext>
            </a:extLst>
          </p:cNvPr>
          <p:cNvSpPr txBox="1"/>
          <p:nvPr/>
        </p:nvSpPr>
        <p:spPr>
          <a:xfrm>
            <a:off x="2285999" y="2039813"/>
            <a:ext cx="1040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[Input]</a:t>
            </a:r>
            <a:endParaRPr lang="ko-KR" altLang="en-US" sz="200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7519902-4BB7-A6D6-A17A-91638F3A7200}"/>
              </a:ext>
            </a:extLst>
          </p:cNvPr>
          <p:cNvGraphicFramePr>
            <a:graphicFrameLocks noGrp="1"/>
          </p:cNvGraphicFramePr>
          <p:nvPr/>
        </p:nvGraphicFramePr>
        <p:xfrm>
          <a:off x="1861776" y="26222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9164CED-C0BB-489F-F87B-87EC22D16D52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1533431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…AACGT</a:t>
                      </a:r>
                      <a:r>
                        <a:rPr lang="en-US" altLang="ko-KR" sz="2000" b="1">
                          <a:solidFill>
                            <a:srgbClr val="C00000"/>
                          </a:solidFill>
                        </a:rPr>
                        <a:t>C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…TCG</a:t>
                      </a:r>
                      <a:r>
                        <a:rPr lang="en-US" altLang="ko-KR" sz="2000" b="1">
                          <a:solidFill>
                            <a:srgbClr val="C00000"/>
                          </a:solidFill>
                        </a:rPr>
                        <a:t>T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…GCGCAA…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r>
                        <a:rPr lang="en-US" altLang="ko-KR" sz="2000" b="1" dirty="0">
                          <a:solidFill>
                            <a:srgbClr val="C00000"/>
                          </a:solidFill>
                        </a:rPr>
                        <a:t>G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CACTT…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8E4C15E-F122-C072-82A6-1FD945FC8716}"/>
              </a:ext>
            </a:extLst>
          </p:cNvPr>
          <p:cNvGraphicFramePr>
            <a:graphicFrameLocks noGrp="1"/>
          </p:cNvGraphicFramePr>
          <p:nvPr/>
        </p:nvGraphicFramePr>
        <p:xfrm>
          <a:off x="5042843" y="4603418"/>
          <a:ext cx="188936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366">
                  <a:extLst>
                    <a:ext uri="{9D8B030D-6E8A-4147-A177-3AD203B41FA5}">
                      <a16:colId xmlns:a16="http://schemas.microsoft.com/office/drawing/2014/main" val="2321729269"/>
                    </a:ext>
                  </a:extLst>
                </a:gridCol>
              </a:tblGrid>
              <a:tr h="3447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…A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C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TA…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25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…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>
                          <a:solidFill>
                            <a:schemeClr val="tx1"/>
                          </a:solidFill>
                        </a:rPr>
                        <a:t>CGAAC…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7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…G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T</a:t>
                      </a:r>
                      <a:r>
                        <a:rPr lang="en-US" altLang="ko-KR" sz="2000"/>
                        <a:t>GC</a:t>
                      </a:r>
                      <a:r>
                        <a:rPr lang="en-US" altLang="ko-KR" sz="2000" b="1">
                          <a:solidFill>
                            <a:srgbClr val="0070C0"/>
                          </a:solidFill>
                        </a:rPr>
                        <a:t>G</a:t>
                      </a:r>
                      <a:r>
                        <a:rPr lang="en-US" altLang="ko-KR" sz="2000"/>
                        <a:t>A…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76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⁝</a:t>
                      </a:r>
                      <a:endParaRPr lang="ko-KR" alt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9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…A</a:t>
                      </a:r>
                      <a:r>
                        <a:rPr lang="en-US" altLang="ko-KR" sz="2000" b="1" dirty="0">
                          <a:solidFill>
                            <a:srgbClr val="0070C0"/>
                          </a:solidFill>
                        </a:rPr>
                        <a:t>G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AC</a:t>
                      </a:r>
                      <a:r>
                        <a:rPr lang="en-US" altLang="ko-KR" sz="2000" b="1" dirty="0">
                          <a:solidFill>
                            <a:srgbClr val="0070C0"/>
                          </a:solidFill>
                        </a:rPr>
                        <a:t>A</a:t>
                      </a:r>
                      <a:r>
                        <a:rPr lang="en-US" altLang="ko-KR" sz="2000" b="0" dirty="0">
                          <a:solidFill>
                            <a:schemeClr val="tx1"/>
                          </a:solidFill>
                        </a:rPr>
                        <a:t>T…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3845"/>
                  </a:ext>
                </a:extLst>
              </a:tr>
            </a:tbl>
          </a:graphicData>
        </a:graphic>
      </p:graphicFrame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4CF3C2A-9559-D024-547C-DF5D54051A50}"/>
              </a:ext>
            </a:extLst>
          </p:cNvPr>
          <p:cNvCxnSpPr>
            <a:cxnSpLocks/>
          </p:cNvCxnSpPr>
          <p:nvPr/>
        </p:nvCxnSpPr>
        <p:spPr>
          <a:xfrm flipV="1">
            <a:off x="4129177" y="2133601"/>
            <a:ext cx="753374" cy="13708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9F20EF2-E54B-9614-E528-78CC3E98AF86}"/>
              </a:ext>
            </a:extLst>
          </p:cNvPr>
          <p:cNvCxnSpPr>
            <a:cxnSpLocks/>
          </p:cNvCxnSpPr>
          <p:nvPr/>
        </p:nvCxnSpPr>
        <p:spPr>
          <a:xfrm>
            <a:off x="4129178" y="4150393"/>
            <a:ext cx="701615" cy="15027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EF65C3-ABBB-0AE4-2228-121CA836F662}"/>
              </a:ext>
            </a:extLst>
          </p:cNvPr>
          <p:cNvCxnSpPr>
            <a:cxnSpLocks/>
          </p:cNvCxnSpPr>
          <p:nvPr/>
        </p:nvCxnSpPr>
        <p:spPr>
          <a:xfrm>
            <a:off x="7326702" y="2039813"/>
            <a:ext cx="897209" cy="11117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5BBA703-983D-3E9E-180D-CBD3790938A9}"/>
              </a:ext>
            </a:extLst>
          </p:cNvPr>
          <p:cNvCxnSpPr>
            <a:cxnSpLocks/>
          </p:cNvCxnSpPr>
          <p:nvPr/>
        </p:nvCxnSpPr>
        <p:spPr>
          <a:xfrm flipV="1">
            <a:off x="7106273" y="4150392"/>
            <a:ext cx="1014855" cy="144362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58FBAB-74A6-552E-8DC7-938A2875EB4E}"/>
              </a:ext>
            </a:extLst>
          </p:cNvPr>
          <p:cNvSpPr txBox="1"/>
          <p:nvPr/>
        </p:nvSpPr>
        <p:spPr>
          <a:xfrm>
            <a:off x="8223911" y="2412030"/>
            <a:ext cx="2729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[FCGR Generation]</a:t>
            </a:r>
            <a:endParaRPr lang="ko-KR" altLang="en-US" sz="2000" b="1"/>
          </a:p>
        </p:txBody>
      </p:sp>
      <p:pic>
        <p:nvPicPr>
          <p:cNvPr id="21" name="그림 20" descr="The image depicts a grid pattern with labeled cells containing the letters C, G, and A, suggesting a possible genetic sequence or a patterned layout.&#10;&#10;AI 생성 콘텐츠는 정확하지 않을 수 있습니다.">
            <a:extLst>
              <a:ext uri="{FF2B5EF4-FFF2-40B4-BE49-F238E27FC236}">
                <a16:creationId xmlns:a16="http://schemas.microsoft.com/office/drawing/2014/main" id="{B69D3D6A-9B56-2E9E-6988-ED89E7A6E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602" y="2963786"/>
            <a:ext cx="1732197" cy="174060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405B231-74BC-927C-8B8D-E9BFC1555CEF}"/>
              </a:ext>
            </a:extLst>
          </p:cNvPr>
          <p:cNvSpPr/>
          <p:nvPr/>
        </p:nvSpPr>
        <p:spPr>
          <a:xfrm>
            <a:off x="8448137" y="2904226"/>
            <a:ext cx="1889366" cy="18001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55FCBA-9756-C4AD-4FDC-ECA939D50A88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Step2: Image Generation</a:t>
            </a:r>
            <a:endParaRPr lang="ko-KR" altLang="en-US" sz="2800" b="1"/>
          </a:p>
        </p:txBody>
      </p:sp>
    </p:spTree>
    <p:extLst>
      <p:ext uri="{BB962C8B-B14F-4D97-AF65-F5344CB8AC3E}">
        <p14:creationId xmlns:p14="http://schemas.microsoft.com/office/powerpoint/2010/main" val="1482425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F99AEA-3236-F1F2-EF0E-7183D4A4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r>
              <a:rPr lang="en-US"/>
              <a:t>/26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351EC0-B22E-FE88-58BE-78C201053F74}"/>
              </a:ext>
            </a:extLst>
          </p:cNvPr>
          <p:cNvSpPr txBox="1"/>
          <p:nvPr/>
        </p:nvSpPr>
        <p:spPr>
          <a:xfrm>
            <a:off x="2152650" y="1537131"/>
            <a:ext cx="365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[FCGR Generation]</a:t>
            </a:r>
            <a:endParaRPr lang="ko-KR" altLang="en-US" sz="2400" b="1"/>
          </a:p>
        </p:txBody>
      </p:sp>
      <p:pic>
        <p:nvPicPr>
          <p:cNvPr id="3" name="그림 2" descr="The image depicts a grid pattern with labeled cells containing the letters C, G, and A, suggesting a possible genetic sequence or a patterned layout.&#10;&#10;AI 생성 콘텐츠는 정확하지 않을 수 있습니다.">
            <a:extLst>
              <a:ext uri="{FF2B5EF4-FFF2-40B4-BE49-F238E27FC236}">
                <a16:creationId xmlns:a16="http://schemas.microsoft.com/office/drawing/2014/main" id="{6474D904-D4D2-21AE-84CB-006246D4D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986" y="2453016"/>
            <a:ext cx="3212578" cy="32281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C31E4E-1FB0-8979-53D5-AA01AAE8DD4D}"/>
              </a:ext>
            </a:extLst>
          </p:cNvPr>
          <p:cNvSpPr txBox="1"/>
          <p:nvPr/>
        </p:nvSpPr>
        <p:spPr>
          <a:xfrm>
            <a:off x="6032740" y="2980148"/>
            <a:ext cx="5843678" cy="145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/>
              <a:t>- k = 6, (64×64)</a:t>
            </a:r>
          </a:p>
          <a:p>
            <a:pPr>
              <a:lnSpc>
                <a:spcPct val="200000"/>
              </a:lnSpc>
            </a:pPr>
            <a:r>
              <a:rPr lang="en-US" altLang="ko-KR" sz="2400"/>
              <a:t>- Intensity: Frequency of k-</a:t>
            </a:r>
            <a:r>
              <a:rPr lang="en-US" altLang="ko-KR" sz="2400" err="1"/>
              <a:t>mer</a:t>
            </a:r>
            <a:endParaRPr lang="en-US" altLang="ko-KR" sz="240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7358BC-AB16-CBF3-97C8-65E6D6622119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Step2: Image Generation</a:t>
            </a:r>
            <a:endParaRPr lang="ko-KR" altLang="en-US" sz="2800" b="1"/>
          </a:p>
        </p:txBody>
      </p:sp>
    </p:spTree>
    <p:extLst>
      <p:ext uri="{BB962C8B-B14F-4D97-AF65-F5344CB8AC3E}">
        <p14:creationId xmlns:p14="http://schemas.microsoft.com/office/powerpoint/2010/main" val="4283294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 3: Clustering with CNN</a:t>
            </a:r>
            <a:endParaRPr lang="ko-KR" altLang="en-US" sz="28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8BDC15-7B40-36B2-F117-FD9DC4C02E60}"/>
              </a:ext>
            </a:extLst>
          </p:cNvPr>
          <p:cNvSpPr/>
          <p:nvPr/>
        </p:nvSpPr>
        <p:spPr>
          <a:xfrm>
            <a:off x="5370031" y="729044"/>
            <a:ext cx="1337557" cy="12723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FCGR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Image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A74296-1C4A-3586-E482-693C5C101510}"/>
              </a:ext>
            </a:extLst>
          </p:cNvPr>
          <p:cNvSpPr/>
          <p:nvPr/>
        </p:nvSpPr>
        <p:spPr>
          <a:xfrm>
            <a:off x="3097784" y="5054995"/>
            <a:ext cx="2672392" cy="162831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</a:rPr>
              <a:t>ICH (Instance Head)</a:t>
            </a:r>
          </a:p>
          <a:p>
            <a:pPr algn="ctr"/>
            <a:r>
              <a:rPr lang="en-US" altLang="ko-KR" sz="2000">
                <a:solidFill>
                  <a:schemeClr val="tx1"/>
                </a:solidFill>
              </a:rPr>
              <a:t>Row Space</a:t>
            </a:r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93C283-3EFB-B410-E82C-FF3F9E638175}"/>
              </a:ext>
            </a:extLst>
          </p:cNvPr>
          <p:cNvSpPr/>
          <p:nvPr/>
        </p:nvSpPr>
        <p:spPr>
          <a:xfrm>
            <a:off x="6204358" y="5054995"/>
            <a:ext cx="2672392" cy="1628313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</a:rPr>
              <a:t>CCH (Cluster Head)</a:t>
            </a:r>
          </a:p>
          <a:p>
            <a:pPr algn="ctr"/>
            <a:r>
              <a:rPr lang="en-US" altLang="ko-KR" sz="2000">
                <a:solidFill>
                  <a:schemeClr val="tx1"/>
                </a:solidFill>
              </a:rPr>
              <a:t>Column Space </a:t>
            </a:r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FF9717-A59A-F9F0-D18E-C831FF622CA6}"/>
              </a:ext>
            </a:extLst>
          </p:cNvPr>
          <p:cNvSpPr/>
          <p:nvPr/>
        </p:nvSpPr>
        <p:spPr>
          <a:xfrm>
            <a:off x="5297490" y="3374532"/>
            <a:ext cx="1482639" cy="13349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1</a:t>
            </a:r>
            <a:r>
              <a:rPr lang="ko-KR" altLang="ko-KR" sz="2000" dirty="0">
                <a:solidFill>
                  <a:schemeClr val="tx1"/>
                </a:solidFill>
              </a:rPr>
              <a:t>×</a:t>
            </a:r>
            <a:r>
              <a:rPr lang="en-US" altLang="ko-KR" sz="2000" dirty="0">
                <a:solidFill>
                  <a:schemeClr val="tx1"/>
                </a:solidFill>
              </a:rPr>
              <a:t>512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Embedding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073EA02-4C06-EDDB-201B-7AB1D9EC0E02}"/>
              </a:ext>
            </a:extLst>
          </p:cNvPr>
          <p:cNvGrpSpPr/>
          <p:nvPr/>
        </p:nvGrpSpPr>
        <p:grpSpPr>
          <a:xfrm>
            <a:off x="3752956" y="2081309"/>
            <a:ext cx="4571704" cy="1138127"/>
            <a:chOff x="2228956" y="2081308"/>
            <a:chExt cx="4571704" cy="1138127"/>
          </a:xfrm>
        </p:grpSpPr>
        <p:sp>
          <p:nvSpPr>
            <p:cNvPr id="3" name="사다리꼴 2">
              <a:extLst>
                <a:ext uri="{FF2B5EF4-FFF2-40B4-BE49-F238E27FC236}">
                  <a16:creationId xmlns:a16="http://schemas.microsoft.com/office/drawing/2014/main" id="{AF1DFEF2-1681-8688-EBEE-24A5929DA942}"/>
                </a:ext>
              </a:extLst>
            </p:cNvPr>
            <p:cNvSpPr/>
            <p:nvPr/>
          </p:nvSpPr>
          <p:spPr>
            <a:xfrm rot="10800000">
              <a:off x="2228956" y="2081308"/>
              <a:ext cx="4571704" cy="1138127"/>
            </a:xfrm>
            <a:prstGeom prst="trapezoid">
              <a:avLst>
                <a:gd name="adj" fmla="val 6138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96D91B-29A2-5308-2530-CCBB7654C7A5}"/>
                </a:ext>
              </a:extLst>
            </p:cNvPr>
            <p:cNvSpPr txBox="1"/>
            <p:nvPr/>
          </p:nvSpPr>
          <p:spPr>
            <a:xfrm>
              <a:off x="2909980" y="2296429"/>
              <a:ext cx="33815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/>
                <a:t>CNN Backbone</a:t>
              </a:r>
            </a:p>
            <a:p>
              <a:pPr algn="ctr"/>
              <a:r>
                <a:rPr lang="en-US" altLang="ko-KR" sz="2000"/>
                <a:t>(Conv + </a:t>
              </a:r>
              <a:r>
                <a:rPr lang="en-US" altLang="ko-KR" sz="2000" err="1"/>
                <a:t>ReLU</a:t>
              </a:r>
              <a:r>
                <a:rPr lang="en-US" altLang="ko-KR" sz="2000"/>
                <a:t> + </a:t>
              </a:r>
              <a:r>
                <a:rPr lang="en-US" altLang="ko-KR" sz="2000" err="1"/>
                <a:t>MaxPool</a:t>
              </a:r>
              <a:r>
                <a:rPr lang="en-US" altLang="ko-KR" sz="2000"/>
                <a:t>)</a:t>
              </a:r>
              <a:endParaRPr lang="ko-KR" altLang="en-US" sz="20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9A72AA3-1184-870B-F29F-C688C62EE954}"/>
              </a:ext>
            </a:extLst>
          </p:cNvPr>
          <p:cNvSpPr txBox="1"/>
          <p:nvPr/>
        </p:nvSpPr>
        <p:spPr>
          <a:xfrm>
            <a:off x="2064592" y="5175849"/>
            <a:ext cx="1033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[MLP]</a:t>
            </a:r>
            <a:endParaRPr lang="ko-KR" altLang="en-US" sz="200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A79BCD5-98C3-61C6-EA6D-6C898CF8DD35}"/>
              </a:ext>
            </a:extLst>
          </p:cNvPr>
          <p:cNvSpPr/>
          <p:nvPr/>
        </p:nvSpPr>
        <p:spPr>
          <a:xfrm rot="3221055">
            <a:off x="5168355" y="4526733"/>
            <a:ext cx="348394" cy="749711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4D31E8EA-C9B1-640D-65BD-7E6EBEF40606}"/>
              </a:ext>
            </a:extLst>
          </p:cNvPr>
          <p:cNvSpPr/>
          <p:nvPr/>
        </p:nvSpPr>
        <p:spPr>
          <a:xfrm rot="18668378">
            <a:off x="6467602" y="4548374"/>
            <a:ext cx="348394" cy="713460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4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r>
              <a:rPr lang="en-US" dirty="0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 3: Clustering with CNN</a:t>
            </a:r>
            <a:endParaRPr lang="ko-KR" altLang="en-US" sz="2800" b="1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962F079-2559-7E30-9C27-AF53D65A1ABA}"/>
              </a:ext>
            </a:extLst>
          </p:cNvPr>
          <p:cNvGrpSpPr/>
          <p:nvPr/>
        </p:nvGrpSpPr>
        <p:grpSpPr>
          <a:xfrm>
            <a:off x="2850058" y="1379332"/>
            <a:ext cx="6046652" cy="1821956"/>
            <a:chOff x="1326058" y="2518022"/>
            <a:chExt cx="6046652" cy="1821956"/>
          </a:xfrm>
        </p:grpSpPr>
        <p:sp>
          <p:nvSpPr>
            <p:cNvPr id="3" name="사다리꼴 2">
              <a:extLst>
                <a:ext uri="{FF2B5EF4-FFF2-40B4-BE49-F238E27FC236}">
                  <a16:creationId xmlns:a16="http://schemas.microsoft.com/office/drawing/2014/main" id="{AF1DFEF2-1681-8688-EBEE-24A5929DA942}"/>
                </a:ext>
              </a:extLst>
            </p:cNvPr>
            <p:cNvSpPr/>
            <p:nvPr/>
          </p:nvSpPr>
          <p:spPr>
            <a:xfrm rot="10800000">
              <a:off x="1326058" y="2518022"/>
              <a:ext cx="6046652" cy="1821956"/>
            </a:xfrm>
            <a:prstGeom prst="trapezoid">
              <a:avLst>
                <a:gd name="adj" fmla="val 6138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96D91B-29A2-5308-2530-CCBB7654C7A5}"/>
                </a:ext>
              </a:extLst>
            </p:cNvPr>
            <p:cNvSpPr txBox="1"/>
            <p:nvPr/>
          </p:nvSpPr>
          <p:spPr>
            <a:xfrm>
              <a:off x="2007082" y="2991648"/>
              <a:ext cx="44725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CNN Backbone</a:t>
              </a:r>
            </a:p>
            <a:p>
              <a:pPr algn="ctr"/>
              <a:r>
                <a:rPr lang="en-US" altLang="ko-KR" sz="2400" dirty="0"/>
                <a:t>(Conv + </a:t>
              </a:r>
              <a:r>
                <a:rPr lang="en-US" altLang="ko-KR" sz="2400" dirty="0" err="1"/>
                <a:t>ReLU</a:t>
              </a:r>
              <a:r>
                <a:rPr lang="en-US" altLang="ko-KR" sz="2400" dirty="0"/>
                <a:t> + </a:t>
              </a:r>
              <a:r>
                <a:rPr lang="en-US" altLang="ko-KR" sz="2400" dirty="0" err="1"/>
                <a:t>MaxPool</a:t>
              </a:r>
              <a:r>
                <a:rPr lang="en-US" altLang="ko-KR" sz="2400" dirty="0"/>
                <a:t>)</a:t>
              </a:r>
              <a:endParaRPr lang="ko-KR" altLang="en-US"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381894-905F-1AC1-EDBB-AE59C4E51DC0}"/>
                  </a:ext>
                </a:extLst>
              </p:cNvPr>
              <p:cNvSpPr txBox="1"/>
              <p:nvPr/>
            </p:nvSpPr>
            <p:spPr>
              <a:xfrm>
                <a:off x="1817299" y="3505991"/>
                <a:ext cx="8695427" cy="2609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2400" dirty="0"/>
                  <a:t>   Q: How local arrangement are preserved while flattening?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2400" dirty="0"/>
                  <a:t>   A: Spatially adjacent pixel = </a:t>
                </a:r>
                <a:r>
                  <a:rPr lang="en-US" altLang="ko-KR" sz="2400" b="1" dirty="0"/>
                  <a:t>Biologically related k-</a:t>
                </a:r>
                <a:r>
                  <a:rPr lang="en-US" altLang="ko-KR" sz="2400" b="1" dirty="0" err="1"/>
                  <a:t>mers</a:t>
                </a:r>
                <a:endParaRPr lang="en-US" altLang="ko-KR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       </a:t>
                </a:r>
                <a:r>
                  <a:rPr lang="en-US" altLang="ko-KR" sz="2400" b="1" dirty="0"/>
                  <a:t>Conv layers</a:t>
                </a:r>
                <a:r>
                  <a:rPr lang="en-US" altLang="ko-KR" sz="2400" dirty="0"/>
                  <a:t> capture these spatial hierarchies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      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Spatial relationship </a:t>
                </a:r>
                <a:r>
                  <a:rPr lang="ko-KR" altLang="ko-KR" sz="2400" dirty="0"/>
                  <a:t>→</a:t>
                </a:r>
                <a:r>
                  <a:rPr lang="en-US" altLang="ko-KR" sz="2400" b="1" dirty="0"/>
                  <a:t> Embedding vector </a:t>
                </a:r>
                <a:endParaRPr lang="ko-KR" altLang="en-US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381894-905F-1AC1-EDBB-AE59C4E5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299" y="3505991"/>
                <a:ext cx="8695427" cy="2609176"/>
              </a:xfrm>
              <a:prstGeom prst="rect">
                <a:avLst/>
              </a:prstGeom>
              <a:blipFill>
                <a:blip r:embed="rId3"/>
                <a:stretch>
                  <a:fillRect b="-51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113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 3: Clustering with CNN</a:t>
            </a:r>
            <a:endParaRPr lang="ko-KR" altLang="en-US" sz="2800" b="1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8BDC15-7B40-36B2-F117-FD9DC4C02E60}"/>
              </a:ext>
            </a:extLst>
          </p:cNvPr>
          <p:cNvSpPr/>
          <p:nvPr/>
        </p:nvSpPr>
        <p:spPr>
          <a:xfrm>
            <a:off x="5370031" y="729044"/>
            <a:ext cx="1337557" cy="12723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FCGR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Image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A74296-1C4A-3586-E482-693C5C101510}"/>
              </a:ext>
            </a:extLst>
          </p:cNvPr>
          <p:cNvSpPr/>
          <p:nvPr/>
        </p:nvSpPr>
        <p:spPr>
          <a:xfrm>
            <a:off x="3097784" y="5054995"/>
            <a:ext cx="2672392" cy="162831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</a:rPr>
              <a:t>ICH (Instance Head)</a:t>
            </a:r>
          </a:p>
          <a:p>
            <a:pPr algn="ctr"/>
            <a:r>
              <a:rPr lang="en-US" altLang="ko-KR" sz="2000">
                <a:solidFill>
                  <a:schemeClr val="tx1"/>
                </a:solidFill>
              </a:rPr>
              <a:t>Row Space / 128-D</a:t>
            </a:r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93C283-3EFB-B410-E82C-FF3F9E638175}"/>
              </a:ext>
            </a:extLst>
          </p:cNvPr>
          <p:cNvSpPr/>
          <p:nvPr/>
        </p:nvSpPr>
        <p:spPr>
          <a:xfrm>
            <a:off x="6204358" y="5054995"/>
            <a:ext cx="2672392" cy="1628313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CCH (Cluster Head)</a:t>
            </a:r>
          </a:p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Column Space / N-D  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FF9717-A59A-F9F0-D18E-C831FF622CA6}"/>
              </a:ext>
            </a:extLst>
          </p:cNvPr>
          <p:cNvSpPr/>
          <p:nvPr/>
        </p:nvSpPr>
        <p:spPr>
          <a:xfrm>
            <a:off x="5297490" y="3374532"/>
            <a:ext cx="1482639" cy="13349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</a:rPr>
              <a:t>1</a:t>
            </a:r>
            <a:r>
              <a:rPr lang="ko-KR" altLang="ko-KR" sz="2000">
                <a:solidFill>
                  <a:schemeClr val="tx1"/>
                </a:solidFill>
              </a:rPr>
              <a:t>×</a:t>
            </a:r>
            <a:r>
              <a:rPr lang="en-US" altLang="ko-KR" sz="2000">
                <a:solidFill>
                  <a:schemeClr val="tx1"/>
                </a:solidFill>
              </a:rPr>
              <a:t>512</a:t>
            </a:r>
          </a:p>
          <a:p>
            <a:pPr algn="ctr"/>
            <a:r>
              <a:rPr lang="en-US" altLang="ko-KR" sz="2000">
                <a:solidFill>
                  <a:schemeClr val="tx1"/>
                </a:solidFill>
              </a:rPr>
              <a:t>Embedding</a:t>
            </a:r>
            <a:endParaRPr lang="ko-KR" altLang="en-US" sz="2000">
              <a:solidFill>
                <a:schemeClr val="tx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AB23529-2527-32CD-6B5A-D9419265BE79}"/>
              </a:ext>
            </a:extLst>
          </p:cNvPr>
          <p:cNvGrpSpPr/>
          <p:nvPr/>
        </p:nvGrpSpPr>
        <p:grpSpPr>
          <a:xfrm>
            <a:off x="3752956" y="2081309"/>
            <a:ext cx="4571704" cy="1138127"/>
            <a:chOff x="2228956" y="2081308"/>
            <a:chExt cx="4571704" cy="1138127"/>
          </a:xfrm>
        </p:grpSpPr>
        <p:sp>
          <p:nvSpPr>
            <p:cNvPr id="3" name="사다리꼴 2">
              <a:extLst>
                <a:ext uri="{FF2B5EF4-FFF2-40B4-BE49-F238E27FC236}">
                  <a16:creationId xmlns:a16="http://schemas.microsoft.com/office/drawing/2014/main" id="{AF1DFEF2-1681-8688-EBEE-24A5929DA942}"/>
                </a:ext>
              </a:extLst>
            </p:cNvPr>
            <p:cNvSpPr/>
            <p:nvPr/>
          </p:nvSpPr>
          <p:spPr>
            <a:xfrm rot="10800000">
              <a:off x="2228956" y="2081308"/>
              <a:ext cx="4571704" cy="1138127"/>
            </a:xfrm>
            <a:prstGeom prst="trapezoid">
              <a:avLst>
                <a:gd name="adj" fmla="val 6138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296D91B-29A2-5308-2530-CCBB7654C7A5}"/>
                </a:ext>
              </a:extLst>
            </p:cNvPr>
            <p:cNvSpPr txBox="1"/>
            <p:nvPr/>
          </p:nvSpPr>
          <p:spPr>
            <a:xfrm>
              <a:off x="2909980" y="2296429"/>
              <a:ext cx="33815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/>
                <a:t>CNN Backbone</a:t>
              </a:r>
            </a:p>
            <a:p>
              <a:pPr algn="ctr"/>
              <a:r>
                <a:rPr lang="en-US" altLang="ko-KR" sz="2000"/>
                <a:t>(Conv + </a:t>
              </a:r>
              <a:r>
                <a:rPr lang="en-US" altLang="ko-KR" sz="2000" err="1"/>
                <a:t>ReLU</a:t>
              </a:r>
              <a:r>
                <a:rPr lang="en-US" altLang="ko-KR" sz="2000"/>
                <a:t> + </a:t>
              </a:r>
              <a:r>
                <a:rPr lang="en-US" altLang="ko-KR" sz="2000" err="1"/>
                <a:t>MaxPool</a:t>
              </a:r>
              <a:r>
                <a:rPr lang="en-US" altLang="ko-KR" sz="2000"/>
                <a:t>)</a:t>
              </a:r>
              <a:endParaRPr lang="ko-KR" altLang="en-US" sz="20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9A72AA3-1184-870B-F29F-C688C62EE954}"/>
              </a:ext>
            </a:extLst>
          </p:cNvPr>
          <p:cNvSpPr txBox="1"/>
          <p:nvPr/>
        </p:nvSpPr>
        <p:spPr>
          <a:xfrm>
            <a:off x="2064592" y="5175849"/>
            <a:ext cx="1033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[MLP]</a:t>
            </a:r>
            <a:endParaRPr lang="ko-KR" altLang="en-US" sz="200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A79BCD5-98C3-61C6-EA6D-6C898CF8DD35}"/>
              </a:ext>
            </a:extLst>
          </p:cNvPr>
          <p:cNvSpPr/>
          <p:nvPr/>
        </p:nvSpPr>
        <p:spPr>
          <a:xfrm rot="3221055">
            <a:off x="5194683" y="4553041"/>
            <a:ext cx="348394" cy="684362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4D31E8EA-C9B1-640D-65BD-7E6EBEF40606}"/>
              </a:ext>
            </a:extLst>
          </p:cNvPr>
          <p:cNvSpPr/>
          <p:nvPr/>
        </p:nvSpPr>
        <p:spPr>
          <a:xfrm rot="18668378">
            <a:off x="6306576" y="4538492"/>
            <a:ext cx="348394" cy="713460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05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Step 3: Clustering with CNN</a:t>
            </a:r>
            <a:endParaRPr lang="ko-KR" altLang="en-US" sz="2800" b="1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A74296-1C4A-3586-E482-693C5C101510}"/>
              </a:ext>
            </a:extLst>
          </p:cNvPr>
          <p:cNvSpPr/>
          <p:nvPr/>
        </p:nvSpPr>
        <p:spPr>
          <a:xfrm>
            <a:off x="2381008" y="4083594"/>
            <a:ext cx="3674735" cy="1956032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solidFill>
                  <a:schemeClr val="tx1"/>
                </a:solidFill>
              </a:rPr>
              <a:t>ICH (Instance Head)</a:t>
            </a:r>
          </a:p>
          <a:p>
            <a:pPr algn="ctr"/>
            <a:r>
              <a:rPr lang="en-US" altLang="ko-KR" sz="2800">
                <a:solidFill>
                  <a:schemeClr val="tx1"/>
                </a:solidFill>
              </a:rPr>
              <a:t>Row Space / 128-D</a:t>
            </a:r>
            <a:endParaRPr lang="ko-KR" altLang="en-US" sz="280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F93C283-3EFB-B410-E82C-FF3F9E638175}"/>
              </a:ext>
            </a:extLst>
          </p:cNvPr>
          <p:cNvSpPr/>
          <p:nvPr/>
        </p:nvSpPr>
        <p:spPr>
          <a:xfrm>
            <a:off x="6648073" y="4083594"/>
            <a:ext cx="3674735" cy="1956032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>
                <a:solidFill>
                  <a:schemeClr val="tx1"/>
                </a:solidFill>
              </a:rPr>
              <a:t>CCH (Cluster Head)</a:t>
            </a:r>
          </a:p>
          <a:p>
            <a:pPr algn="ctr"/>
            <a:r>
              <a:rPr lang="en-US" altLang="ko-KR" sz="2800">
                <a:solidFill>
                  <a:schemeClr val="tx1"/>
                </a:solidFill>
              </a:rPr>
              <a:t>Column Space / N-D </a:t>
            </a:r>
            <a:endParaRPr lang="ko-KR" altLang="en-US" sz="28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FFF9717-A59A-F9F0-D18E-C831FF622CA6}"/>
              </a:ext>
            </a:extLst>
          </p:cNvPr>
          <p:cNvSpPr/>
          <p:nvPr/>
        </p:nvSpPr>
        <p:spPr>
          <a:xfrm>
            <a:off x="4994970" y="1074631"/>
            <a:ext cx="2202060" cy="1874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1</a:t>
            </a:r>
            <a:r>
              <a:rPr lang="ko-KR" altLang="ko-KR" sz="2800" dirty="0">
                <a:solidFill>
                  <a:schemeClr val="tx1"/>
                </a:solidFill>
              </a:rPr>
              <a:t>×</a:t>
            </a:r>
            <a:r>
              <a:rPr lang="en-US" altLang="ko-KR" sz="2800" dirty="0">
                <a:solidFill>
                  <a:schemeClr val="tx1"/>
                </a:solidFill>
              </a:rPr>
              <a:t>512</a:t>
            </a:r>
          </a:p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Embedding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A72AA3-1184-870B-F29F-C688C62EE954}"/>
              </a:ext>
            </a:extLst>
          </p:cNvPr>
          <p:cNvSpPr txBox="1"/>
          <p:nvPr/>
        </p:nvSpPr>
        <p:spPr>
          <a:xfrm>
            <a:off x="1547121" y="4083594"/>
            <a:ext cx="1534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[MLP]</a:t>
            </a:r>
            <a:endParaRPr lang="ko-KR" altLang="en-US" sz="200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A79BCD5-98C3-61C6-EA6D-6C898CF8DD35}"/>
              </a:ext>
            </a:extLst>
          </p:cNvPr>
          <p:cNvSpPr/>
          <p:nvPr/>
        </p:nvSpPr>
        <p:spPr>
          <a:xfrm rot="2592233">
            <a:off x="5251812" y="3010012"/>
            <a:ext cx="489145" cy="1016435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4D31E8EA-C9B1-640D-65BD-7E6EBEF40606}"/>
              </a:ext>
            </a:extLst>
          </p:cNvPr>
          <p:cNvSpPr/>
          <p:nvPr/>
        </p:nvSpPr>
        <p:spPr>
          <a:xfrm rot="18668378">
            <a:off x="6734115" y="2988402"/>
            <a:ext cx="489145" cy="1059652"/>
          </a:xfrm>
          <a:prstGeom prst="downArrow">
            <a:avLst>
              <a:gd name="adj1" fmla="val 3631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575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3AE066-825A-EF2B-3504-1149145D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r>
              <a:rPr lang="en-US"/>
              <a:t>/26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811955-9D86-BE46-2C6D-C4F08AF0EA07}"/>
              </a:ext>
            </a:extLst>
          </p:cNvPr>
          <p:cNvGrpSpPr/>
          <p:nvPr/>
        </p:nvGrpSpPr>
        <p:grpSpPr>
          <a:xfrm>
            <a:off x="1657207" y="1542847"/>
            <a:ext cx="8983871" cy="3650793"/>
            <a:chOff x="133206" y="1542846"/>
            <a:chExt cx="8983871" cy="3650793"/>
          </a:xfrm>
        </p:grpSpPr>
        <p:pic>
          <p:nvPicPr>
            <p:cNvPr id="7" name="그림 6" descr="The image depicts a label for a 1 ￃﾗ 512 embedding format used in FCGR (presumably referring to a type of data embedding or feature vector).&#10;&#10;AI 생성 콘텐츠는 정확하지 않을 수 있습니다.">
              <a:extLst>
                <a:ext uri="{FF2B5EF4-FFF2-40B4-BE49-F238E27FC236}">
                  <a16:creationId xmlns:a16="http://schemas.microsoft.com/office/drawing/2014/main" id="{5D5D5F71-B2E0-22E2-6988-CA7514509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206" y="2538703"/>
              <a:ext cx="2185529" cy="127906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D1C4AB-FCC4-0DF1-6618-E9FE6961BA97}"/>
                </a:ext>
              </a:extLst>
            </p:cNvPr>
            <p:cNvSpPr/>
            <p:nvPr/>
          </p:nvSpPr>
          <p:spPr>
            <a:xfrm>
              <a:off x="2417133" y="1542846"/>
              <a:ext cx="3195788" cy="955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>
                  <a:solidFill>
                    <a:schemeClr val="tx1"/>
                  </a:solidFill>
                </a:rPr>
                <a:t>Non-linear MLP of ICH</a:t>
              </a:r>
              <a:endParaRPr lang="ko-K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4BE5A06-CBCA-E1AE-D005-5150CA302D1A}"/>
                </a:ext>
              </a:extLst>
            </p:cNvPr>
            <p:cNvSpPr/>
            <p:nvPr/>
          </p:nvSpPr>
          <p:spPr>
            <a:xfrm>
              <a:off x="2417133" y="3990612"/>
              <a:ext cx="3195788" cy="955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>
                  <a:solidFill>
                    <a:schemeClr val="tx1"/>
                  </a:solidFill>
                </a:rPr>
                <a:t>Non-linear MLP of CCH</a:t>
              </a:r>
              <a:endParaRPr lang="ko-K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2DC677F-81F3-E06E-09A6-60FAA8AA587D}"/>
                </a:ext>
              </a:extLst>
            </p:cNvPr>
            <p:cNvSpPr/>
            <p:nvPr/>
          </p:nvSpPr>
          <p:spPr>
            <a:xfrm>
              <a:off x="5954893" y="1673682"/>
              <a:ext cx="2918813" cy="6935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</a:rPr>
                <a:t>128 D Vector Space</a:t>
              </a: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EDDA890-FEDB-C8AD-D0B6-1304BDA6A3F4}"/>
                </a:ext>
              </a:extLst>
            </p:cNvPr>
            <p:cNvSpPr/>
            <p:nvPr/>
          </p:nvSpPr>
          <p:spPr>
            <a:xfrm>
              <a:off x="5954892" y="4100152"/>
              <a:ext cx="2918813" cy="7361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>
                  <a:solidFill>
                    <a:schemeClr val="tx1"/>
                  </a:solidFill>
                </a:rPr>
                <a:t>n Vector Space</a:t>
              </a:r>
              <a:endParaRPr lang="ko-K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50ADE9-88D4-BEE6-63C2-3B17B11C6B35}"/>
                </a:ext>
              </a:extLst>
            </p:cNvPr>
            <p:cNvSpPr txBox="1"/>
            <p:nvPr/>
          </p:nvSpPr>
          <p:spPr>
            <a:xfrm>
              <a:off x="5818730" y="4793529"/>
              <a:ext cx="3298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n = Target Cluster Number</a:t>
              </a:r>
              <a:endParaRPr lang="ko-KR" altLang="en-US" sz="2000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7F90CF14-2EA8-35C3-4E91-75E5D8736C08}"/>
                </a:ext>
              </a:extLst>
            </p:cNvPr>
            <p:cNvCxnSpPr>
              <a:cxnSpLocks/>
              <a:stCxn id="7" idx="0"/>
              <a:endCxn id="8" idx="1"/>
            </p:cNvCxnSpPr>
            <p:nvPr/>
          </p:nvCxnSpPr>
          <p:spPr>
            <a:xfrm flipV="1">
              <a:off x="1225971" y="2020445"/>
              <a:ext cx="1191162" cy="5182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2A7B9ED-89F8-64A6-EBE7-2539E2D43A3D}"/>
                </a:ext>
              </a:extLst>
            </p:cNvPr>
            <p:cNvCxnSpPr>
              <a:cxnSpLocks/>
              <a:stCxn id="7" idx="2"/>
              <a:endCxn id="9" idx="1"/>
            </p:cNvCxnSpPr>
            <p:nvPr/>
          </p:nvCxnSpPr>
          <p:spPr>
            <a:xfrm>
              <a:off x="1225971" y="3817767"/>
              <a:ext cx="1191162" cy="6504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F3BB538-2E2D-A734-30EE-D114B8A9F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8672" y="2015785"/>
              <a:ext cx="341972" cy="93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620069B3-1808-F9AC-BFDC-D3498FDD8735}"/>
                </a:ext>
              </a:extLst>
            </p:cNvPr>
            <p:cNvCxnSpPr>
              <a:cxnSpLocks/>
            </p:cNvCxnSpPr>
            <p:nvPr/>
          </p:nvCxnSpPr>
          <p:spPr>
            <a:xfrm>
              <a:off x="5612921" y="4468075"/>
              <a:ext cx="341971" cy="2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35EDE43-F52B-4796-CA80-8606E1D6EA89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3. 2 Non-linear MLPs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71802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446C450-1CD5-A784-432D-701BA6FC504D}"/>
              </a:ext>
            </a:extLst>
          </p:cNvPr>
          <p:cNvSpPr/>
          <p:nvPr/>
        </p:nvSpPr>
        <p:spPr>
          <a:xfrm>
            <a:off x="5638467" y="2171743"/>
            <a:ext cx="810826" cy="7117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ABBA81D-A79D-6AF7-5C5B-4305F807ADE8}"/>
              </a:ext>
            </a:extLst>
          </p:cNvPr>
          <p:cNvSpPr/>
          <p:nvPr/>
        </p:nvSpPr>
        <p:spPr>
          <a:xfrm>
            <a:off x="5638471" y="5219725"/>
            <a:ext cx="810826" cy="71171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BE7C2E-CFF1-6174-6C49-A52BB097A9F8}"/>
              </a:ext>
            </a:extLst>
          </p:cNvPr>
          <p:cNvSpPr/>
          <p:nvPr/>
        </p:nvSpPr>
        <p:spPr>
          <a:xfrm>
            <a:off x="4827641" y="1462140"/>
            <a:ext cx="810826" cy="7117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4CEE78-8ECF-3BB6-08A2-7B5F3D70F1E5}"/>
              </a:ext>
            </a:extLst>
          </p:cNvPr>
          <p:cNvSpPr/>
          <p:nvPr/>
        </p:nvSpPr>
        <p:spPr>
          <a:xfrm>
            <a:off x="4010673" y="763205"/>
            <a:ext cx="825871" cy="7117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39EE-D031-BEFF-36CA-35644D4D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r>
              <a:rPr lang="en-US"/>
              <a:t>/26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3C3680-F4CA-CA16-A43C-D3DEFA44E5C3}"/>
              </a:ext>
            </a:extLst>
          </p:cNvPr>
          <p:cNvSpPr/>
          <p:nvPr/>
        </p:nvSpPr>
        <p:spPr>
          <a:xfrm>
            <a:off x="1744272" y="1509572"/>
            <a:ext cx="1205961" cy="726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tx1"/>
                </a:solidFill>
              </a:rPr>
              <a:t>ICH</a:t>
            </a:r>
            <a:endParaRPr lang="ko-KR" altLang="en-US" sz="240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1C9843-13EE-E339-0FFC-0BE73CDDE071}"/>
              </a:ext>
            </a:extLst>
          </p:cNvPr>
          <p:cNvSpPr/>
          <p:nvPr/>
        </p:nvSpPr>
        <p:spPr>
          <a:xfrm>
            <a:off x="1744273" y="4500114"/>
            <a:ext cx="1205961" cy="726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tx1"/>
                </a:solidFill>
              </a:rPr>
              <a:t>CCH</a:t>
            </a:r>
            <a:endParaRPr lang="ko-KR" altLang="en-US" sz="2400">
              <a:solidFill>
                <a:schemeClr val="tx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37859F-A43C-7B54-FBA4-79F53C4D3519}"/>
              </a:ext>
            </a:extLst>
          </p:cNvPr>
          <p:cNvGraphicFramePr>
            <a:graphicFrameLocks noGrp="1"/>
          </p:cNvGraphicFramePr>
          <p:nvPr/>
        </p:nvGraphicFramePr>
        <p:xfrm>
          <a:off x="4017035" y="761249"/>
          <a:ext cx="2438400" cy="2113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972092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5799009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99271927"/>
                    </a:ext>
                  </a:extLst>
                </a:gridCol>
              </a:tblGrid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53031"/>
                  </a:ext>
                </a:extLst>
              </a:tr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8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72787"/>
                  </a:ext>
                </a:extLst>
              </a:tr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6001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3F3353-8CC5-5B50-1E6A-21629EF7A818}"/>
              </a:ext>
            </a:extLst>
          </p:cNvPr>
          <p:cNvSpPr/>
          <p:nvPr/>
        </p:nvSpPr>
        <p:spPr>
          <a:xfrm>
            <a:off x="6978159" y="734745"/>
            <a:ext cx="799380" cy="686831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6AF4-3E57-957E-7102-1BA55345EBF8}"/>
              </a:ext>
            </a:extLst>
          </p:cNvPr>
          <p:cNvSpPr txBox="1"/>
          <p:nvPr/>
        </p:nvSpPr>
        <p:spPr>
          <a:xfrm>
            <a:off x="7777540" y="833932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Maximize Similarity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438865-1B46-A585-D3E3-1315D2E1DA63}"/>
              </a:ext>
            </a:extLst>
          </p:cNvPr>
          <p:cNvSpPr/>
          <p:nvPr/>
        </p:nvSpPr>
        <p:spPr>
          <a:xfrm>
            <a:off x="6978159" y="1792542"/>
            <a:ext cx="799380" cy="686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CEAA08-D53B-B36D-882A-1DCCAFBE88C0}"/>
              </a:ext>
            </a:extLst>
          </p:cNvPr>
          <p:cNvSpPr txBox="1"/>
          <p:nvPr/>
        </p:nvSpPr>
        <p:spPr>
          <a:xfrm>
            <a:off x="7777539" y="1923959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Minimize Similarity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F5AFB6-0954-6534-443F-9621C719EDB9}"/>
              </a:ext>
            </a:extLst>
          </p:cNvPr>
          <p:cNvSpPr/>
          <p:nvPr/>
        </p:nvSpPr>
        <p:spPr>
          <a:xfrm>
            <a:off x="6978159" y="3854781"/>
            <a:ext cx="799380" cy="686831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E2AC2-5EAD-B3EE-7B14-DEFB400A0ED9}"/>
              </a:ext>
            </a:extLst>
          </p:cNvPr>
          <p:cNvSpPr txBox="1"/>
          <p:nvPr/>
        </p:nvSpPr>
        <p:spPr>
          <a:xfrm>
            <a:off x="7777540" y="3953968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Maximize Similarity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0F8E86-3222-95BA-D456-D1470C21E14E}"/>
              </a:ext>
            </a:extLst>
          </p:cNvPr>
          <p:cNvSpPr/>
          <p:nvPr/>
        </p:nvSpPr>
        <p:spPr>
          <a:xfrm>
            <a:off x="6978159" y="4912578"/>
            <a:ext cx="799380" cy="686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74FD2B-F9F6-D9E9-8EDD-6BF24047C710}"/>
              </a:ext>
            </a:extLst>
          </p:cNvPr>
          <p:cNvSpPr txBox="1"/>
          <p:nvPr/>
        </p:nvSpPr>
        <p:spPr>
          <a:xfrm>
            <a:off x="7777539" y="5043995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Minimize Similarity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D8A5F5-D23E-1DA2-8A8D-C8020B9F51F7}"/>
              </a:ext>
            </a:extLst>
          </p:cNvPr>
          <p:cNvSpPr txBox="1"/>
          <p:nvPr/>
        </p:nvSpPr>
        <p:spPr>
          <a:xfrm>
            <a:off x="4005083" y="2977067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Strongly Augmented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4CFEF0A-13CA-AC2E-DAB3-0E986617E4B7}"/>
              </a:ext>
            </a:extLst>
          </p:cNvPr>
          <p:cNvCxnSpPr/>
          <p:nvPr/>
        </p:nvCxnSpPr>
        <p:spPr>
          <a:xfrm>
            <a:off x="4017036" y="2938732"/>
            <a:ext cx="243660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9CD9D8E-8F3F-24FA-2840-18B29226B7AE}"/>
              </a:ext>
            </a:extLst>
          </p:cNvPr>
          <p:cNvCxnSpPr>
            <a:cxnSpLocks/>
          </p:cNvCxnSpPr>
          <p:nvPr/>
        </p:nvCxnSpPr>
        <p:spPr>
          <a:xfrm>
            <a:off x="3887638" y="734745"/>
            <a:ext cx="0" cy="214000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4E1AF51-9BCA-0ADE-677F-9F8505D58208}"/>
              </a:ext>
            </a:extLst>
          </p:cNvPr>
          <p:cNvSpPr txBox="1"/>
          <p:nvPr/>
        </p:nvSpPr>
        <p:spPr>
          <a:xfrm>
            <a:off x="2430330" y="767037"/>
            <a:ext cx="1484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Weakly</a:t>
            </a:r>
          </a:p>
          <a:p>
            <a:r>
              <a:rPr lang="en-US" altLang="ko-KR" sz="2000"/>
              <a:t>Augmented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BADDED1-8B22-1805-0280-91605F5EB377}"/>
              </a:ext>
            </a:extLst>
          </p:cNvPr>
          <p:cNvCxnSpPr>
            <a:cxnSpLocks/>
          </p:cNvCxnSpPr>
          <p:nvPr/>
        </p:nvCxnSpPr>
        <p:spPr>
          <a:xfrm>
            <a:off x="3821503" y="3753164"/>
            <a:ext cx="0" cy="214000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F2C4C69-3014-E80D-D6E8-622E8280457A}"/>
              </a:ext>
            </a:extLst>
          </p:cNvPr>
          <p:cNvSpPr txBox="1"/>
          <p:nvPr/>
        </p:nvSpPr>
        <p:spPr>
          <a:xfrm>
            <a:off x="4005083" y="6035148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Target Clusters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0D54A0E-A9E9-C3FA-CB70-FFD96B2F8BCB}"/>
              </a:ext>
            </a:extLst>
          </p:cNvPr>
          <p:cNvCxnSpPr/>
          <p:nvPr/>
        </p:nvCxnSpPr>
        <p:spPr>
          <a:xfrm>
            <a:off x="4017036" y="5996813"/>
            <a:ext cx="243660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C44355-CBC0-4AEA-C255-2C8E077EAD14}"/>
              </a:ext>
            </a:extLst>
          </p:cNvPr>
          <p:cNvSpPr txBox="1"/>
          <p:nvPr/>
        </p:nvSpPr>
        <p:spPr>
          <a:xfrm>
            <a:off x="2648310" y="3742809"/>
            <a:ext cx="1115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Target </a:t>
            </a:r>
          </a:p>
          <a:p>
            <a:r>
              <a:rPr lang="en-US" altLang="ko-KR" sz="2000"/>
              <a:t>Clusters’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E46BE4-8D76-DCED-EA15-B2D2F47600B3}"/>
              </a:ext>
            </a:extLst>
          </p:cNvPr>
          <p:cNvSpPr txBox="1"/>
          <p:nvPr/>
        </p:nvSpPr>
        <p:spPr>
          <a:xfrm>
            <a:off x="1744272" y="2339660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Row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3EDD5E-4FB9-3B4C-0A19-2EA6079572A0}"/>
              </a:ext>
            </a:extLst>
          </p:cNvPr>
          <p:cNvSpPr txBox="1"/>
          <p:nvPr/>
        </p:nvSpPr>
        <p:spPr>
          <a:xfrm>
            <a:off x="1744272" y="5377246"/>
            <a:ext cx="329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: Column 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D431B5-3EBF-CA5B-FF80-CCB31BE7A95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3. 3 Twin Contrastive Learning</a:t>
            </a:r>
            <a:endParaRPr lang="ko-KR" altLang="en-US" sz="2800" b="1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E3A94B-2D15-AD30-43C9-34F486336AEE}"/>
              </a:ext>
            </a:extLst>
          </p:cNvPr>
          <p:cNvSpPr/>
          <p:nvPr/>
        </p:nvSpPr>
        <p:spPr>
          <a:xfrm>
            <a:off x="4827645" y="4510122"/>
            <a:ext cx="810826" cy="71171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F720D43-0ED0-A5E9-275C-15361B78C8A0}"/>
              </a:ext>
            </a:extLst>
          </p:cNvPr>
          <p:cNvSpPr/>
          <p:nvPr/>
        </p:nvSpPr>
        <p:spPr>
          <a:xfrm>
            <a:off x="4010677" y="3811187"/>
            <a:ext cx="825871" cy="71171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9357A3AB-CEB0-A369-D2C0-28EE7D1B2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982332"/>
              </p:ext>
            </p:extLst>
          </p:nvPr>
        </p:nvGraphicFramePr>
        <p:xfrm>
          <a:off x="4017039" y="3809231"/>
          <a:ext cx="2438400" cy="2113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9720928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5799009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99271927"/>
                    </a:ext>
                  </a:extLst>
                </a:gridCol>
              </a:tblGrid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53031"/>
                  </a:ext>
                </a:extLst>
              </a:tr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80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72787"/>
                  </a:ext>
                </a:extLst>
              </a:tr>
              <a:tr h="7045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6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984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39EE-D031-BEFF-36CA-35644D4D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r>
              <a:rPr lang="en-US"/>
              <a:t>/26</a:t>
            </a:r>
          </a:p>
        </p:txBody>
      </p:sp>
      <p:pic>
        <p:nvPicPr>
          <p:cNvPr id="7" name="그림 6" descr="Epoch 0.&#10;&#10;AI 생성 콘텐츠는 정확하지 않을 수 있습니다.">
            <a:extLst>
              <a:ext uri="{FF2B5EF4-FFF2-40B4-BE49-F238E27FC236}">
                <a16:creationId xmlns:a16="http://schemas.microsoft.com/office/drawing/2014/main" id="{13220755-6D2A-97B3-27AD-BC478BDF5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41" y="1919076"/>
            <a:ext cx="2867425" cy="28960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CBCBE02-D794-1F14-9636-B9AB5CA2820A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3. 3 Twin Contrastive Learning</a:t>
            </a:r>
            <a:endParaRPr lang="ko-KR" altLang="en-US" sz="2800" b="1"/>
          </a:p>
        </p:txBody>
      </p:sp>
      <p:pic>
        <p:nvPicPr>
          <p:cNvPr id="8" name="그림 7" descr="Epoch 40,&#10;&#10;AI 생성 콘텐츠는 정확하지 않을 수 있습니다.">
            <a:extLst>
              <a:ext uri="{FF2B5EF4-FFF2-40B4-BE49-F238E27FC236}">
                <a16:creationId xmlns:a16="http://schemas.microsoft.com/office/drawing/2014/main" id="{83ED65F2-D69E-799A-631A-829B2E44D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561" y="2020241"/>
            <a:ext cx="2751477" cy="2714791"/>
          </a:xfrm>
          <a:prstGeom prst="rect">
            <a:avLst/>
          </a:prstGeom>
        </p:spPr>
      </p:pic>
      <p:pic>
        <p:nvPicPr>
          <p:cNvPr id="10" name="그림 9" descr="The image displays a simple, colorful graph with two distinct points or markers, presumably representing data or events, positioned on a plain background.&#10;&#10;AI 생성 콘텐츠는 정확하지 않을 수 있습니다.">
            <a:extLst>
              <a:ext uri="{FF2B5EF4-FFF2-40B4-BE49-F238E27FC236}">
                <a16:creationId xmlns:a16="http://schemas.microsoft.com/office/drawing/2014/main" id="{48BC5A57-D325-2620-691E-D80A06A090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38" y="1787269"/>
            <a:ext cx="2672669" cy="287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57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39EE-D031-BEFF-36CA-35644D4D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BCBE02-D794-1F14-9636-B9AB5CA2820A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3. 4 Majority Voting</a:t>
            </a:r>
            <a:endParaRPr lang="ko-KR" altLang="en-US" sz="28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5D1F0C9-D6A3-9821-3752-543B6CE918B6}"/>
              </a:ext>
            </a:extLst>
          </p:cNvPr>
          <p:cNvGrpSpPr/>
          <p:nvPr/>
        </p:nvGrpSpPr>
        <p:grpSpPr>
          <a:xfrm>
            <a:off x="1913323" y="762605"/>
            <a:ext cx="7801160" cy="3659870"/>
            <a:chOff x="-619440" y="887469"/>
            <a:chExt cx="9922688" cy="537176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397ACC4-E6F7-97FD-BDF6-3725AA185668}"/>
                </a:ext>
              </a:extLst>
            </p:cNvPr>
            <p:cNvSpPr/>
            <p:nvPr/>
          </p:nvSpPr>
          <p:spPr>
            <a:xfrm>
              <a:off x="678610" y="2023385"/>
              <a:ext cx="1385977" cy="563869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7C84200-FEB8-AD41-F0BB-4830BB2B96A9}"/>
                </a:ext>
              </a:extLst>
            </p:cNvPr>
            <p:cNvSpPr/>
            <p:nvPr/>
          </p:nvSpPr>
          <p:spPr>
            <a:xfrm>
              <a:off x="678610" y="2870586"/>
              <a:ext cx="1345674" cy="625319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726D32E-A7F3-4D20-603D-D7E5B11E4632}"/>
                </a:ext>
              </a:extLst>
            </p:cNvPr>
            <p:cNvSpPr/>
            <p:nvPr/>
          </p:nvSpPr>
          <p:spPr>
            <a:xfrm>
              <a:off x="678610" y="3797923"/>
              <a:ext cx="1345674" cy="625319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15A52E8-A421-638E-9E0E-1791C3376CFB}"/>
                </a:ext>
              </a:extLst>
            </p:cNvPr>
            <p:cNvSpPr/>
            <p:nvPr/>
          </p:nvSpPr>
          <p:spPr>
            <a:xfrm>
              <a:off x="678610" y="4795433"/>
              <a:ext cx="1345674" cy="55514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F6FEC3B-699F-FD56-EBF4-D19E15B31F9C}"/>
                </a:ext>
              </a:extLst>
            </p:cNvPr>
            <p:cNvSpPr/>
            <p:nvPr/>
          </p:nvSpPr>
          <p:spPr>
            <a:xfrm>
              <a:off x="678610" y="5654227"/>
              <a:ext cx="1345674" cy="605005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F26797-4DFE-1C74-CBE7-3D4CB4971F38}"/>
                </a:ext>
              </a:extLst>
            </p:cNvPr>
            <p:cNvSpPr txBox="1"/>
            <p:nvPr/>
          </p:nvSpPr>
          <p:spPr>
            <a:xfrm>
              <a:off x="-619440" y="887469"/>
              <a:ext cx="4465757" cy="1038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5 Different Models </a:t>
              </a:r>
            </a:p>
            <a:p>
              <a:pPr algn="ctr"/>
              <a:r>
                <a:rPr lang="en-US" altLang="ko-KR" sz="2000" dirty="0"/>
                <a:t>(Different Random Seeds)</a:t>
              </a:r>
              <a:endParaRPr lang="ko-KR" altLang="en-US" sz="2000" dirty="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FBE86DB-7B71-DDF9-850A-D162BAA79933}"/>
                </a:ext>
              </a:extLst>
            </p:cNvPr>
            <p:cNvCxnSpPr/>
            <p:nvPr/>
          </p:nvCxnSpPr>
          <p:spPr>
            <a:xfrm>
              <a:off x="2432649" y="2168106"/>
              <a:ext cx="1639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EFB64BC2-C04A-6917-C982-43B792465C87}"/>
                </a:ext>
              </a:extLst>
            </p:cNvPr>
            <p:cNvCxnSpPr/>
            <p:nvPr/>
          </p:nvCxnSpPr>
          <p:spPr>
            <a:xfrm>
              <a:off x="2449902" y="3082506"/>
              <a:ext cx="1639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B7CDAC31-C5C7-1222-7C91-A6669D034B79}"/>
                </a:ext>
              </a:extLst>
            </p:cNvPr>
            <p:cNvCxnSpPr/>
            <p:nvPr/>
          </p:nvCxnSpPr>
          <p:spPr>
            <a:xfrm>
              <a:off x="2432649" y="3979653"/>
              <a:ext cx="1639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5CD2B886-3C75-E5EB-D903-BA76FE73538B}"/>
                </a:ext>
              </a:extLst>
            </p:cNvPr>
            <p:cNvCxnSpPr/>
            <p:nvPr/>
          </p:nvCxnSpPr>
          <p:spPr>
            <a:xfrm>
              <a:off x="2449902" y="4922808"/>
              <a:ext cx="1639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E99B5C3-3C0F-0304-2E23-EED5DD36CAFC}"/>
                </a:ext>
              </a:extLst>
            </p:cNvPr>
            <p:cNvCxnSpPr/>
            <p:nvPr/>
          </p:nvCxnSpPr>
          <p:spPr>
            <a:xfrm>
              <a:off x="2449902" y="5906219"/>
              <a:ext cx="1639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사다리꼴 30">
              <a:extLst>
                <a:ext uri="{FF2B5EF4-FFF2-40B4-BE49-F238E27FC236}">
                  <a16:creationId xmlns:a16="http://schemas.microsoft.com/office/drawing/2014/main" id="{025DB345-CD89-E6CA-8110-71510ECFEF5D}"/>
                </a:ext>
              </a:extLst>
            </p:cNvPr>
            <p:cNvSpPr/>
            <p:nvPr/>
          </p:nvSpPr>
          <p:spPr>
            <a:xfrm rot="5400000">
              <a:off x="2820837" y="3286665"/>
              <a:ext cx="4347714" cy="1385977"/>
            </a:xfrm>
            <a:prstGeom prst="trapezoid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391FEA-E005-2E83-CDB2-A0DF7DC7151C}"/>
                </a:ext>
              </a:extLst>
            </p:cNvPr>
            <p:cNvSpPr txBox="1"/>
            <p:nvPr/>
          </p:nvSpPr>
          <p:spPr>
            <a:xfrm flipH="1">
              <a:off x="4088921" y="3495905"/>
              <a:ext cx="1880848" cy="1038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Majority</a:t>
              </a:r>
            </a:p>
            <a:p>
              <a:pPr algn="ctr"/>
              <a:r>
                <a:rPr lang="en-US" altLang="ko-KR" sz="2000" dirty="0"/>
                <a:t>Voting</a:t>
              </a:r>
              <a:endParaRPr lang="ko-KR" altLang="en-US" sz="2000" dirty="0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4E10A6CA-AB51-D67E-5D91-00485709112D}"/>
                </a:ext>
              </a:extLst>
            </p:cNvPr>
            <p:cNvSpPr/>
            <p:nvPr/>
          </p:nvSpPr>
          <p:spPr>
            <a:xfrm rot="5400000">
              <a:off x="6684411" y="2857015"/>
              <a:ext cx="3128894" cy="2108779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5B6CBF-3125-DFC2-618F-67ED97962E6D}"/>
                </a:ext>
              </a:extLst>
            </p:cNvPr>
            <p:cNvSpPr txBox="1"/>
            <p:nvPr/>
          </p:nvSpPr>
          <p:spPr>
            <a:xfrm>
              <a:off x="7154193" y="3361547"/>
              <a:ext cx="2149055" cy="1038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Final Cluster</a:t>
              </a:r>
            </a:p>
            <a:p>
              <a:pPr algn="ctr"/>
              <a:r>
                <a:rPr lang="en-US" altLang="ko-KR" sz="2000" dirty="0"/>
                <a:t>Assignment</a:t>
              </a:r>
              <a:endParaRPr lang="ko-KR" altLang="en-US" sz="2000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519FE03F-4428-02E5-51A0-F60036339F77}"/>
                </a:ext>
              </a:extLst>
            </p:cNvPr>
            <p:cNvSpPr/>
            <p:nvPr/>
          </p:nvSpPr>
          <p:spPr>
            <a:xfrm>
              <a:off x="5837208" y="3495905"/>
              <a:ext cx="1276710" cy="65627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5D52793-A113-AE4E-5D10-A42881E39298}"/>
              </a:ext>
            </a:extLst>
          </p:cNvPr>
          <p:cNvSpPr txBox="1"/>
          <p:nvPr/>
        </p:nvSpPr>
        <p:spPr>
          <a:xfrm>
            <a:off x="2390781" y="5115970"/>
            <a:ext cx="7248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dirty="0"/>
              <a:t>→ </a:t>
            </a:r>
            <a:r>
              <a:rPr lang="en-US" altLang="ko-KR" sz="2800" b="1" dirty="0"/>
              <a:t>To Reduce Initialization Sensitivity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85050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9839EE-D031-BEFF-36CA-35644D4D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r>
              <a:rPr lang="en-US"/>
              <a:t>/26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BCBE02-D794-1F14-9636-B9AB5CA2820A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Application</a:t>
            </a:r>
            <a:endParaRPr lang="ko-KR" altLang="en-US" sz="2800" b="1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2C17ABF-D289-4059-F816-2FD905F1FF8F}"/>
              </a:ext>
            </a:extLst>
          </p:cNvPr>
          <p:cNvGrpSpPr/>
          <p:nvPr/>
        </p:nvGrpSpPr>
        <p:grpSpPr>
          <a:xfrm>
            <a:off x="1435435" y="1787156"/>
            <a:ext cx="3084808" cy="3542436"/>
            <a:chOff x="-88565" y="1787156"/>
            <a:chExt cx="3084808" cy="354243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4D38CA8-CBCB-5E54-40CC-2AF132833D37}"/>
                </a:ext>
              </a:extLst>
            </p:cNvPr>
            <p:cNvSpPr txBox="1"/>
            <p:nvPr/>
          </p:nvSpPr>
          <p:spPr>
            <a:xfrm>
              <a:off x="-34503" y="1787156"/>
              <a:ext cx="30307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/>
                <a:t>Highly Mutable Viruses</a:t>
              </a:r>
              <a:endParaRPr lang="ko-KR" altLang="en-US" sz="2000" b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6F2B88C-1B03-35EF-A8B8-00EBE31D30FF}"/>
                </a:ext>
              </a:extLst>
            </p:cNvPr>
            <p:cNvSpPr txBox="1"/>
            <p:nvPr/>
          </p:nvSpPr>
          <p:spPr>
            <a:xfrm>
              <a:off x="-88565" y="4929482"/>
              <a:ext cx="29237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/>
                <a:t>e.g.</a:t>
              </a:r>
              <a:r>
                <a:rPr lang="ko-KR" altLang="ko-KR" sz="2000"/>
                <a:t> </a:t>
              </a:r>
              <a:r>
                <a:rPr lang="en-US" altLang="ko-KR" sz="2000"/>
                <a:t> HIV, Dengue Virus</a:t>
              </a:r>
              <a:endParaRPr lang="ko-KR" altLang="en-US" sz="2000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A668F66-FDBF-60E5-D6F2-45B75A99F738}"/>
              </a:ext>
            </a:extLst>
          </p:cNvPr>
          <p:cNvGrpSpPr/>
          <p:nvPr/>
        </p:nvGrpSpPr>
        <p:grpSpPr>
          <a:xfrm>
            <a:off x="4138154" y="1787156"/>
            <a:ext cx="3441032" cy="3696324"/>
            <a:chOff x="2614154" y="1787156"/>
            <a:chExt cx="3441032" cy="3696324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25775FA-DF2B-6802-83F6-276A079FEF7A}"/>
                </a:ext>
              </a:extLst>
            </p:cNvPr>
            <p:cNvSpPr txBox="1"/>
            <p:nvPr/>
          </p:nvSpPr>
          <p:spPr>
            <a:xfrm>
              <a:off x="3621451" y="1787156"/>
              <a:ext cx="20572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Viral Subtyping</a:t>
              </a:r>
              <a:endParaRPr lang="ko-KR" altLang="en-US" sz="2000" b="1" dirty="0"/>
            </a:p>
          </p:txBody>
        </p:sp>
        <p:pic>
          <p:nvPicPr>
            <p:cNvPr id="43" name="그림 42" descr="Clustering - Free business and finance icons">
              <a:extLst>
                <a:ext uri="{FF2B5EF4-FFF2-40B4-BE49-F238E27FC236}">
                  <a16:creationId xmlns:a16="http://schemas.microsoft.com/office/drawing/2014/main" id="{0AE1503D-7EB8-48A7-768A-687106566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8090" y="2534162"/>
              <a:ext cx="1914018" cy="1914018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1051D6C-CCA8-DBBC-19FC-A9084B6D9C37}"/>
                </a:ext>
              </a:extLst>
            </p:cNvPr>
            <p:cNvSpPr txBox="1"/>
            <p:nvPr/>
          </p:nvSpPr>
          <p:spPr>
            <a:xfrm>
              <a:off x="3081881" y="4775594"/>
              <a:ext cx="29733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ko-KR" sz="2000" err="1"/>
                <a:t>Understanding</a:t>
              </a:r>
              <a:r>
                <a:rPr lang="ko-KR" altLang="ko-KR" sz="2000"/>
                <a:t> </a:t>
              </a:r>
              <a:r>
                <a:rPr lang="en-US" altLang="ko-KR" sz="2000"/>
                <a:t>I</a:t>
              </a:r>
              <a:r>
                <a:rPr lang="ko-KR" altLang="ko-KR" sz="2000" err="1"/>
                <a:t>ntraspecific</a:t>
              </a:r>
              <a:r>
                <a:rPr lang="ko-KR" altLang="ko-KR" sz="2000"/>
                <a:t> </a:t>
              </a:r>
              <a:r>
                <a:rPr lang="en-US" altLang="ko-KR" sz="2000"/>
                <a:t>V</a:t>
              </a:r>
              <a:r>
                <a:rPr lang="ko-KR" altLang="ko-KR" sz="2000" err="1"/>
                <a:t>ariations</a:t>
              </a:r>
              <a:endParaRPr lang="ko-KR" altLang="en-US" sz="2000"/>
            </a:p>
          </p:txBody>
        </p:sp>
        <p:sp>
          <p:nvSpPr>
            <p:cNvPr id="51" name="화살표: 오른쪽 50">
              <a:extLst>
                <a:ext uri="{FF2B5EF4-FFF2-40B4-BE49-F238E27FC236}">
                  <a16:creationId xmlns:a16="http://schemas.microsoft.com/office/drawing/2014/main" id="{FFD14C93-3DF7-3EE5-C0FE-90774C7E140A}"/>
                </a:ext>
              </a:extLst>
            </p:cNvPr>
            <p:cNvSpPr/>
            <p:nvPr/>
          </p:nvSpPr>
          <p:spPr>
            <a:xfrm>
              <a:off x="2614154" y="3306505"/>
              <a:ext cx="635546" cy="36933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E9CD744-12C6-90D2-21A4-B952EE9DCDEF}"/>
              </a:ext>
            </a:extLst>
          </p:cNvPr>
          <p:cNvGrpSpPr/>
          <p:nvPr/>
        </p:nvGrpSpPr>
        <p:grpSpPr>
          <a:xfrm>
            <a:off x="7244499" y="1633268"/>
            <a:ext cx="3463793" cy="3850212"/>
            <a:chOff x="5720498" y="1633268"/>
            <a:chExt cx="3463793" cy="385021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D08935-99B1-75C5-1DDC-F690D0C6AC6C}"/>
                </a:ext>
              </a:extLst>
            </p:cNvPr>
            <p:cNvSpPr txBox="1"/>
            <p:nvPr/>
          </p:nvSpPr>
          <p:spPr>
            <a:xfrm>
              <a:off x="6303890" y="1633268"/>
              <a:ext cx="27184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/>
                <a:t>Targeted Treatment </a:t>
              </a:r>
            </a:p>
            <a:p>
              <a:pPr algn="ctr"/>
              <a:r>
                <a:rPr lang="en-US" altLang="ko-KR" sz="2000" b="1" dirty="0"/>
                <a:t>&amp; Vaccines</a:t>
              </a:r>
              <a:endParaRPr lang="ko-KR" altLang="en-US" sz="2000" b="1" dirty="0"/>
            </a:p>
          </p:txBody>
        </p:sp>
        <p:pic>
          <p:nvPicPr>
            <p:cNvPr id="44" name="그림 43" descr="Targeted therapy - Free icons">
              <a:extLst>
                <a:ext uri="{FF2B5EF4-FFF2-40B4-BE49-F238E27FC236}">
                  <a16:creationId xmlns:a16="http://schemas.microsoft.com/office/drawing/2014/main" id="{231CA159-6B41-0BF4-8A85-C941BDDDA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4433" y="2462471"/>
              <a:ext cx="2057400" cy="20574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0EA3542-1E57-2B44-4A70-731AB2858086}"/>
                </a:ext>
              </a:extLst>
            </p:cNvPr>
            <p:cNvSpPr txBox="1"/>
            <p:nvPr/>
          </p:nvSpPr>
          <p:spPr>
            <a:xfrm>
              <a:off x="6141975" y="4775594"/>
              <a:ext cx="304231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ko-KR" sz="2000" err="1"/>
                <a:t>Tracking</a:t>
              </a:r>
              <a:r>
                <a:rPr lang="ko-KR" altLang="ko-KR" sz="2000"/>
                <a:t> </a:t>
              </a:r>
              <a:r>
                <a:rPr lang="en-US" altLang="ko-KR" sz="2000"/>
                <a:t>E</a:t>
              </a:r>
              <a:r>
                <a:rPr lang="ko-KR" altLang="ko-KR" sz="2000" err="1"/>
                <a:t>pidemiological</a:t>
              </a:r>
              <a:r>
                <a:rPr lang="ko-KR" altLang="ko-KR" sz="2000"/>
                <a:t> </a:t>
              </a:r>
              <a:r>
                <a:rPr lang="en-US" altLang="ko-KR" sz="2000"/>
                <a:t>T</a:t>
              </a:r>
              <a:r>
                <a:rPr lang="ko-KR" altLang="ko-KR" sz="2000" err="1"/>
                <a:t>rends</a:t>
              </a:r>
              <a:endParaRPr lang="ko-KR" altLang="en-US" sz="2000"/>
            </a:p>
          </p:txBody>
        </p:sp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FFA9F223-CDE1-4352-89B4-0259DBD6F394}"/>
                </a:ext>
              </a:extLst>
            </p:cNvPr>
            <p:cNvSpPr/>
            <p:nvPr/>
          </p:nvSpPr>
          <p:spPr>
            <a:xfrm>
              <a:off x="5720498" y="3306505"/>
              <a:ext cx="635546" cy="369332"/>
            </a:xfrm>
            <a:prstGeom prst="rightArrow">
              <a:avLst>
                <a:gd name="adj1" fmla="val 50000"/>
                <a:gd name="adj2" fmla="val 45329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래픽 5" descr="세균 윤곽선">
            <a:extLst>
              <a:ext uri="{FF2B5EF4-FFF2-40B4-BE49-F238E27FC236}">
                <a16:creationId xmlns:a16="http://schemas.microsoft.com/office/drawing/2014/main" id="{073D1A96-3D8D-1485-7EA2-C674465F8C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6135" y="2434060"/>
            <a:ext cx="2114225" cy="21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7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E55579-4EE2-6CC9-9404-7F464973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r>
              <a:rPr lang="en-US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5096F7-9FBB-90DF-D72C-4A36D11C2B96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굴림"/>
              </a:rPr>
              <a:t>Result Analysis</a:t>
            </a:r>
            <a:endParaRPr lang="ko-KR" altLang="en-US" sz="2800" b="1">
              <a:ea typeface="굴림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BB09248-2A2F-7C70-E872-B06624F9067D}"/>
              </a:ext>
            </a:extLst>
          </p:cNvPr>
          <p:cNvGrpSpPr/>
          <p:nvPr/>
        </p:nvGrpSpPr>
        <p:grpSpPr>
          <a:xfrm>
            <a:off x="1524000" y="1408846"/>
            <a:ext cx="9144000" cy="4621986"/>
            <a:chOff x="0" y="850999"/>
            <a:chExt cx="9144000" cy="462198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4C291B3-3439-23E9-38F9-4C01A06E3BC4}"/>
                </a:ext>
              </a:extLst>
            </p:cNvPr>
            <p:cNvGrpSpPr/>
            <p:nvPr/>
          </p:nvGrpSpPr>
          <p:grpSpPr>
            <a:xfrm>
              <a:off x="0" y="850999"/>
              <a:ext cx="9144000" cy="3598266"/>
              <a:chOff x="0" y="850999"/>
              <a:chExt cx="9144000" cy="3598266"/>
            </a:xfrm>
          </p:grpSpPr>
          <p:pic>
            <p:nvPicPr>
              <p:cNvPr id="17" name="그림 16" descr="Strong&#10;&#10;AI 생성 콘텐츠는 정확하지 않을 수 있습니다.">
                <a:extLst>
                  <a:ext uri="{FF2B5EF4-FFF2-40B4-BE49-F238E27FC236}">
                    <a16:creationId xmlns:a16="http://schemas.microsoft.com/office/drawing/2014/main" id="{62E53186-E00D-33E1-B986-70EE29932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316169"/>
                <a:ext cx="9144000" cy="3133096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1AD1C59-1721-F1F8-BE11-701A420605A6}"/>
                  </a:ext>
                </a:extLst>
              </p:cNvPr>
              <p:cNvSpPr txBox="1"/>
              <p:nvPr/>
            </p:nvSpPr>
            <p:spPr>
              <a:xfrm>
                <a:off x="557842" y="850999"/>
                <a:ext cx="19610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/>
                  <a:t>Weak/Original</a:t>
                </a:r>
                <a:endParaRPr lang="ko-KR" altLang="en-US" sz="2000" b="1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A7C6ED-DA0F-311A-81D6-74FF5EF65008}"/>
                  </a:ext>
                </a:extLst>
              </p:cNvPr>
              <p:cNvSpPr txBox="1"/>
              <p:nvPr/>
            </p:nvSpPr>
            <p:spPr>
              <a:xfrm>
                <a:off x="3423249" y="850999"/>
                <a:ext cx="2360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/>
                  <a:t>Strong Mutation</a:t>
                </a:r>
                <a:endParaRPr lang="ko-KR" altLang="en-US" sz="2000" b="1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163463-D4B6-FB53-1F18-75FABA879186}"/>
                  </a:ext>
                </a:extLst>
              </p:cNvPr>
              <p:cNvSpPr txBox="1"/>
              <p:nvPr/>
            </p:nvSpPr>
            <p:spPr>
              <a:xfrm>
                <a:off x="6688347" y="850999"/>
                <a:ext cx="2360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/>
                  <a:t>Visualization</a:t>
                </a:r>
                <a:endParaRPr lang="ko-KR" altLang="en-US" sz="2000" b="1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C6904B-E27C-BC7E-4C78-2B3F70A22A18}"/>
                </a:ext>
              </a:extLst>
            </p:cNvPr>
            <p:cNvSpPr txBox="1"/>
            <p:nvPr/>
          </p:nvSpPr>
          <p:spPr>
            <a:xfrm>
              <a:off x="4728712" y="4514325"/>
              <a:ext cx="4415288" cy="958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>
                  <a:solidFill>
                    <a:srgbClr val="00B0F0"/>
                  </a:solidFill>
                </a:rPr>
                <a:t>Positive Diff: </a:t>
              </a:r>
              <a:r>
                <a:rPr lang="en-US" altLang="ko-KR" sz="2000"/>
                <a:t>Newly Formed Patterns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>
                  <a:solidFill>
                    <a:srgbClr val="C00000"/>
                  </a:solidFill>
                </a:rPr>
                <a:t>Negative Diff: </a:t>
              </a:r>
              <a:r>
                <a:rPr lang="en-US" altLang="ko-KR" sz="2000"/>
                <a:t>Lost Original Patterns</a:t>
              </a:r>
              <a:endParaRPr lang="ko-KR" altLang="en-US" sz="20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C488921-A145-3E08-45D8-D06F60234D4C}"/>
              </a:ext>
            </a:extLst>
          </p:cNvPr>
          <p:cNvSpPr txBox="1"/>
          <p:nvPr/>
        </p:nvSpPr>
        <p:spPr>
          <a:xfrm>
            <a:off x="1682151" y="841629"/>
            <a:ext cx="23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[HIV]</a:t>
            </a:r>
            <a:endParaRPr lang="ko-KR" altLang="en-US" sz="2400" b="1"/>
          </a:p>
        </p:txBody>
      </p:sp>
    </p:spTree>
    <p:extLst>
      <p:ext uri="{BB962C8B-B14F-4D97-AF65-F5344CB8AC3E}">
        <p14:creationId xmlns:p14="http://schemas.microsoft.com/office/powerpoint/2010/main" val="2800719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E55579-4EE2-6CC9-9404-7F4649735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r>
              <a:rPr lang="en-US" dirty="0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B22F739-09DA-7BB4-68D4-6FC46C91D79D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굴림"/>
              </a:rPr>
              <a:t>Limitations</a:t>
            </a:r>
          </a:p>
        </p:txBody>
      </p:sp>
      <p:pic>
        <p:nvPicPr>
          <p:cNvPr id="11" name="그림 10" descr="스크린샷, 텍스트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CAA4AC-530B-A836-2CBC-BB4395F51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518" y="1071336"/>
            <a:ext cx="4638222" cy="35977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87B3BD-D51E-5523-62D3-3C3AC2181D38}"/>
              </a:ext>
            </a:extLst>
          </p:cNvPr>
          <p:cNvSpPr txBox="1"/>
          <p:nvPr/>
        </p:nvSpPr>
        <p:spPr>
          <a:xfrm>
            <a:off x="2074213" y="4847106"/>
            <a:ext cx="857937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00" b="1">
                <a:ea typeface="굴림"/>
                <a:cs typeface="Arial"/>
              </a:rPr>
              <a:t>Resolution Dilemma</a:t>
            </a:r>
          </a:p>
          <a:p>
            <a:r>
              <a:rPr lang="ko-KR" altLang="en-US" sz="2300">
                <a:ea typeface="굴림"/>
                <a:cs typeface="Arial"/>
              </a:rPr>
              <a:t>: capturing complex mutations requires higher k-mer resolution.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430C8FB-8206-EE92-379F-8E0CE673094F}"/>
              </a:ext>
            </a:extLst>
          </p:cNvPr>
          <p:cNvSpPr/>
          <p:nvPr/>
        </p:nvSpPr>
        <p:spPr>
          <a:xfrm>
            <a:off x="2441021" y="5852987"/>
            <a:ext cx="366807" cy="255455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183249-E0AD-CFF9-1EC3-E8B998677E0F}"/>
              </a:ext>
            </a:extLst>
          </p:cNvPr>
          <p:cNvSpPr txBox="1"/>
          <p:nvPr/>
        </p:nvSpPr>
        <p:spPr>
          <a:xfrm>
            <a:off x="2938832" y="5757575"/>
            <a:ext cx="6812147" cy="4462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300" dirty="0" err="1">
                <a:ea typeface="굴림"/>
                <a:cs typeface="Arial"/>
              </a:rPr>
              <a:t>Computational</a:t>
            </a:r>
            <a:r>
              <a:rPr lang="ko-KR" altLang="en-US" sz="2300" dirty="0">
                <a:ea typeface="굴림"/>
                <a:cs typeface="Arial"/>
              </a:rPr>
              <a:t> </a:t>
            </a:r>
            <a:r>
              <a:rPr lang="ko-KR" altLang="en-US" sz="2300" dirty="0" err="1">
                <a:ea typeface="굴림"/>
                <a:cs typeface="Arial"/>
              </a:rPr>
              <a:t>limitations</a:t>
            </a:r>
            <a:r>
              <a:rPr lang="ko-KR" altLang="en-US" sz="2300" dirty="0">
                <a:ea typeface="굴림"/>
                <a:cs typeface="Arial"/>
              </a:rPr>
              <a:t> and </a:t>
            </a:r>
            <a:r>
              <a:rPr lang="ko-KR" altLang="en-US" sz="2300" dirty="0" err="1">
                <a:ea typeface="굴림"/>
                <a:cs typeface="Arial"/>
              </a:rPr>
              <a:t>memory</a:t>
            </a:r>
            <a:r>
              <a:rPr lang="ko-KR" altLang="en-US" sz="2300" dirty="0">
                <a:ea typeface="굴림"/>
                <a:cs typeface="Arial"/>
              </a:rPr>
              <a:t> </a:t>
            </a:r>
            <a:r>
              <a:rPr lang="ko-KR" altLang="en-US" sz="2300" dirty="0" err="1">
                <a:ea typeface="굴림"/>
                <a:cs typeface="Arial"/>
              </a:rPr>
              <a:t>constraints</a:t>
            </a:r>
            <a:endParaRPr lang="ko-KR" altLang="en-US" sz="2300" dirty="0">
              <a:ea typeface="굴림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9432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E999-CFEA-80AC-613E-D203E849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0D3C2F-396C-BE06-12DA-957E5B61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r>
              <a:rPr lang="en-US" dirty="0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97438DD-2B2B-3ED2-3DDE-72EC1B5AA25D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>
                <a:ea typeface="굴림"/>
              </a:rPr>
              <a:t>Further Research</a:t>
            </a:r>
            <a:endParaRPr lang="en-US" altLang="ko-KR" sz="2800" b="1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502370D-1FCA-FB2B-2468-33017AE48CC5}"/>
              </a:ext>
            </a:extLst>
          </p:cNvPr>
          <p:cNvSpPr/>
          <p:nvPr/>
        </p:nvSpPr>
        <p:spPr>
          <a:xfrm>
            <a:off x="3758243" y="4710856"/>
            <a:ext cx="4675517" cy="159998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</a:rPr>
              <a:t>Multimodal Genomic Analysis</a:t>
            </a:r>
          </a:p>
          <a:p>
            <a:pPr algn="ctr"/>
            <a:r>
              <a:rPr lang="en-US" altLang="ko-KR" sz="2100">
                <a:solidFill>
                  <a:schemeClr val="tx1"/>
                </a:solidFill>
                <a:ea typeface="굴림"/>
              </a:rPr>
              <a:t>Comprehensive Framework for Variant Tracking</a:t>
            </a:r>
            <a:endParaRPr lang="ko-KR" altLang="en-US" sz="2100">
              <a:solidFill>
                <a:schemeClr val="tx1"/>
              </a:solidFill>
              <a:ea typeface="굴림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5E31DB6-C1CA-5093-2088-63CDC3A5A8E9}"/>
              </a:ext>
            </a:extLst>
          </p:cNvPr>
          <p:cNvGrpSpPr/>
          <p:nvPr/>
        </p:nvGrpSpPr>
        <p:grpSpPr>
          <a:xfrm>
            <a:off x="1978328" y="786486"/>
            <a:ext cx="3203273" cy="3083720"/>
            <a:chOff x="454327" y="786486"/>
            <a:chExt cx="3203273" cy="30837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E70790-2899-7E1F-6B32-110E6453884D}"/>
                </a:ext>
              </a:extLst>
            </p:cNvPr>
            <p:cNvSpPr txBox="1"/>
            <p:nvPr/>
          </p:nvSpPr>
          <p:spPr>
            <a:xfrm>
              <a:off x="454327" y="786486"/>
              <a:ext cx="32032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/>
                <a:t>Sequence-based Models</a:t>
              </a:r>
              <a:endParaRPr lang="ko-KR" altLang="en-US" sz="2000" b="1"/>
            </a:p>
          </p:txBody>
        </p:sp>
        <p:pic>
          <p:nvPicPr>
            <p:cNvPr id="10" name="그래픽 9" descr="DNA 단색으로 채워진">
              <a:extLst>
                <a:ext uri="{FF2B5EF4-FFF2-40B4-BE49-F238E27FC236}">
                  <a16:creationId xmlns:a16="http://schemas.microsoft.com/office/drawing/2014/main" id="{714B15C2-45B2-8E55-3544-71984814A9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9485" y="1347153"/>
              <a:ext cx="1726720" cy="17267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1D0065-5091-4BC5-B12E-2058D09AA489}"/>
                </a:ext>
              </a:extLst>
            </p:cNvPr>
            <p:cNvSpPr txBox="1"/>
            <p:nvPr/>
          </p:nvSpPr>
          <p:spPr>
            <a:xfrm>
              <a:off x="580845" y="3162320"/>
              <a:ext cx="28409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/>
                <a:t>e.g. Mamba, Evo</a:t>
              </a:r>
            </a:p>
            <a:p>
              <a:pPr algn="ctr"/>
              <a:r>
                <a:rPr lang="en-US" altLang="ko-KR" sz="2000"/>
                <a:t>Near-linear Scalability</a:t>
              </a:r>
              <a:endParaRPr lang="ko-KR" altLang="en-US" sz="200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E6F6BD9-BD7B-A992-7D03-DCFFBBC6FFD7}"/>
              </a:ext>
            </a:extLst>
          </p:cNvPr>
          <p:cNvGrpSpPr/>
          <p:nvPr/>
        </p:nvGrpSpPr>
        <p:grpSpPr>
          <a:xfrm>
            <a:off x="7123626" y="786486"/>
            <a:ext cx="3203273" cy="3083720"/>
            <a:chOff x="5599625" y="786486"/>
            <a:chExt cx="3203273" cy="308372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56C521-FCD5-EFDD-EAD8-BB38531F1429}"/>
                </a:ext>
              </a:extLst>
            </p:cNvPr>
            <p:cNvSpPr txBox="1"/>
            <p:nvPr/>
          </p:nvSpPr>
          <p:spPr>
            <a:xfrm>
              <a:off x="5599625" y="786486"/>
              <a:ext cx="32032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/>
                <a:t>Image-based Approach</a:t>
              </a:r>
              <a:endParaRPr lang="ko-KR" altLang="en-US" sz="2000" b="1"/>
            </a:p>
          </p:txBody>
        </p:sp>
        <p:pic>
          <p:nvPicPr>
            <p:cNvPr id="12" name="그림 11" descr="The image depicts a grid pattern with labeled cells containing the letters C, G, and A, suggesting a possible genetic sequence or a patterned layout.&#10;&#10;AI 생성 콘텐츠는 정확하지 않을 수 있습니다.">
              <a:extLst>
                <a:ext uri="{FF2B5EF4-FFF2-40B4-BE49-F238E27FC236}">
                  <a16:creationId xmlns:a16="http://schemas.microsoft.com/office/drawing/2014/main" id="{1CEA74D9-ECD5-0373-F711-FC0D84EC6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252" y="1347152"/>
              <a:ext cx="1838019" cy="1846941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34F351-73BA-3DDC-FB7A-3B20AE5C1F72}"/>
                </a:ext>
              </a:extLst>
            </p:cNvPr>
            <p:cNvSpPr txBox="1"/>
            <p:nvPr/>
          </p:nvSpPr>
          <p:spPr>
            <a:xfrm>
              <a:off x="5780778" y="3162320"/>
              <a:ext cx="28409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/>
                <a:t>e.g. FCGR</a:t>
              </a:r>
            </a:p>
            <a:p>
              <a:pPr algn="ctr"/>
              <a:r>
                <a:rPr lang="en-US" altLang="ko-KR" sz="2000"/>
                <a:t>Intuitive Interpretability</a:t>
              </a:r>
              <a:endParaRPr lang="ko-KR" altLang="en-US" sz="200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774AF8F-F2F0-7673-74E6-5C33C20C8323}"/>
              </a:ext>
            </a:extLst>
          </p:cNvPr>
          <p:cNvGrpSpPr/>
          <p:nvPr/>
        </p:nvGrpSpPr>
        <p:grpSpPr>
          <a:xfrm>
            <a:off x="4755272" y="3835913"/>
            <a:ext cx="2681456" cy="812916"/>
            <a:chOff x="3324628" y="3835913"/>
            <a:chExt cx="2681456" cy="812916"/>
          </a:xfrm>
        </p:grpSpPr>
        <p:sp>
          <p:nvSpPr>
            <p:cNvPr id="15" name="화살표: 아래쪽 14">
              <a:extLst>
                <a:ext uri="{FF2B5EF4-FFF2-40B4-BE49-F238E27FC236}">
                  <a16:creationId xmlns:a16="http://schemas.microsoft.com/office/drawing/2014/main" id="{2C2E2BC0-0D86-ACD6-A704-607B67DF1D99}"/>
                </a:ext>
              </a:extLst>
            </p:cNvPr>
            <p:cNvSpPr/>
            <p:nvPr/>
          </p:nvSpPr>
          <p:spPr>
            <a:xfrm rot="19195878">
              <a:off x="3324628" y="3835913"/>
              <a:ext cx="489145" cy="812916"/>
            </a:xfrm>
            <a:prstGeom prst="downArrow">
              <a:avLst>
                <a:gd name="adj1" fmla="val 36313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BA4EB951-69F8-3C02-E681-D80F6BA116A7}"/>
                </a:ext>
              </a:extLst>
            </p:cNvPr>
            <p:cNvSpPr/>
            <p:nvPr/>
          </p:nvSpPr>
          <p:spPr>
            <a:xfrm rot="2819889">
              <a:off x="5355053" y="3823505"/>
              <a:ext cx="489145" cy="812916"/>
            </a:xfrm>
            <a:prstGeom prst="downArrow">
              <a:avLst>
                <a:gd name="adj1" fmla="val 36313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2436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F56E76-0F23-0A9E-AB8B-160D3779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r>
              <a:rPr lang="en-US"/>
              <a:t>/26</a:t>
            </a:r>
          </a:p>
        </p:txBody>
      </p:sp>
      <p:pic>
        <p:nvPicPr>
          <p:cNvPr id="2" name="그림 1" descr="텍스트, 원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6C1663-5D32-8B8C-356C-B6F25325E7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3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7000"/>
                    </a14:imgEffect>
                    <a14:imgEffect>
                      <a14:brightnessContrast contrast="-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3301" y="1458669"/>
            <a:ext cx="9144000" cy="3940662"/>
          </a:xfrm>
          <a:prstGeom prst="rect">
            <a:avLst/>
          </a:prstGeom>
          <a:ln>
            <a:noFill/>
          </a:ln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DBFE4E83-52E0-B92C-1946-25C1A30C4DD0}"/>
              </a:ext>
            </a:extLst>
          </p:cNvPr>
          <p:cNvSpPr txBox="1">
            <a:spLocks/>
          </p:cNvSpPr>
          <p:nvPr/>
        </p:nvSpPr>
        <p:spPr>
          <a:xfrm>
            <a:off x="4930074" y="2836584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000" b="1" dirty="0">
                <a:ea typeface="굴림"/>
              </a:rPr>
              <a:t>Q &amp; A</a:t>
            </a:r>
            <a:endParaRPr lang="ko-KR" altLang="en-US" sz="5000" b="1" dirty="0"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91257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8C5FAB-FED8-4DD7-38AA-AF33C0CEA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1" y="1250531"/>
            <a:ext cx="8278585" cy="4772252"/>
          </a:xfrm>
          <a:noFill/>
          <a:ln>
            <a:noFill/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latin typeface="Calibri"/>
                <a:ea typeface="Calibri"/>
                <a:cs typeface="Calibri"/>
              </a:rPr>
              <a:t>Almeida, J. S., Carriço, J. A., </a:t>
            </a:r>
            <a:r>
              <a:rPr lang="en-US" sz="1400" err="1">
                <a:latin typeface="Calibri"/>
                <a:ea typeface="Calibri"/>
                <a:cs typeface="Calibri"/>
              </a:rPr>
              <a:t>Maretzek</a:t>
            </a:r>
            <a:r>
              <a:rPr lang="en-US" sz="1400">
                <a:latin typeface="Calibri"/>
                <a:ea typeface="Calibri"/>
                <a:cs typeface="Calibri"/>
              </a:rPr>
              <a:t>, A., Noble, P. A., &amp; Fletcher, M. (2001). Analysis of genomic sequences by Chaos Game Representation. </a:t>
            </a:r>
            <a:r>
              <a:rPr lang="en-US" sz="1400" i="1">
                <a:latin typeface="Calibri"/>
                <a:ea typeface="Calibri"/>
                <a:cs typeface="Calibri"/>
              </a:rPr>
              <a:t>Bioinformatics (Oxford, England)</a:t>
            </a:r>
            <a:r>
              <a:rPr lang="en-US" sz="1400">
                <a:latin typeface="Calibri"/>
                <a:ea typeface="Calibri"/>
                <a:cs typeface="Calibri"/>
              </a:rPr>
              <a:t>, </a:t>
            </a:r>
            <a:r>
              <a:rPr lang="en-US" sz="1400" i="1">
                <a:latin typeface="Calibri"/>
                <a:ea typeface="Calibri"/>
                <a:cs typeface="Calibri"/>
              </a:rPr>
              <a:t>17</a:t>
            </a:r>
            <a:r>
              <a:rPr lang="en-US" sz="1400">
                <a:latin typeface="Calibri"/>
                <a:ea typeface="Calibri"/>
                <a:cs typeface="Calibri"/>
              </a:rPr>
              <a:t>(5), 429–437. </a:t>
            </a:r>
            <a:r>
              <a:rPr lang="en-US" sz="1400"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https://doi.org/10.1093/bioinformatics/17.5.429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latin typeface="Calibri"/>
                <a:ea typeface="Calibri"/>
                <a:cs typeface="Calibri"/>
              </a:rPr>
              <a:t>Alipour, F., Hill, K. A., &amp; Kari, L. (2024). </a:t>
            </a:r>
            <a:r>
              <a:rPr lang="en-US" sz="1400" err="1">
                <a:latin typeface="Calibri"/>
                <a:ea typeface="Calibri"/>
                <a:cs typeface="Calibri"/>
              </a:rPr>
              <a:t>CGRclust</a:t>
            </a:r>
            <a:r>
              <a:rPr lang="en-US" sz="1400">
                <a:latin typeface="Calibri"/>
                <a:ea typeface="Calibri"/>
                <a:cs typeface="Calibri"/>
              </a:rPr>
              <a:t>: Chaos Game Representation for twin contrastive clustering of </a:t>
            </a:r>
            <a:r>
              <a:rPr lang="en-US" sz="1400" err="1">
                <a:latin typeface="Calibri"/>
                <a:ea typeface="Calibri"/>
                <a:cs typeface="Calibri"/>
              </a:rPr>
              <a:t>unlabelled</a:t>
            </a:r>
            <a:r>
              <a:rPr lang="en-US" sz="1400">
                <a:latin typeface="Calibri"/>
                <a:ea typeface="Calibri"/>
                <a:cs typeface="Calibri"/>
              </a:rPr>
              <a:t> DNA sequences. </a:t>
            </a:r>
            <a:r>
              <a:rPr lang="en-US" sz="1400" i="1">
                <a:latin typeface="Calibri"/>
                <a:ea typeface="Calibri"/>
                <a:cs typeface="Calibri"/>
              </a:rPr>
              <a:t>BMC Genomics</a:t>
            </a:r>
            <a:r>
              <a:rPr lang="en-US" sz="1400">
                <a:latin typeface="Calibri"/>
                <a:ea typeface="Calibri"/>
                <a:cs typeface="Calibri"/>
              </a:rPr>
              <a:t>, </a:t>
            </a:r>
            <a:r>
              <a:rPr lang="en-US" sz="1400" i="1">
                <a:latin typeface="Calibri"/>
                <a:ea typeface="Calibri"/>
                <a:cs typeface="Calibri"/>
              </a:rPr>
              <a:t>25</a:t>
            </a:r>
            <a:r>
              <a:rPr lang="en-US" sz="1400">
                <a:latin typeface="Calibri"/>
                <a:ea typeface="Calibri"/>
                <a:cs typeface="Calibri"/>
              </a:rPr>
              <a:t>(1). </a:t>
            </a:r>
            <a:r>
              <a:rPr lang="en-US" sz="1400">
                <a:latin typeface="Calibri"/>
                <a:ea typeface="Calibri"/>
                <a:cs typeface="Calibri"/>
                <a:hlinkClick r:id="rId3"/>
              </a:rPr>
              <a:t>https://doi.org/10.1186/s12864-024-11135-y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>
                <a:latin typeface="Calibri"/>
                <a:ea typeface="Calibri"/>
                <a:cs typeface="Calibri"/>
              </a:rPr>
              <a:t>Joseph, J., &amp; Sasikumar, R. (2006). Chaos game representation for comparison of whole genomes. </a:t>
            </a:r>
            <a:r>
              <a:rPr lang="en-US" sz="1500" i="1">
                <a:latin typeface="Calibri"/>
                <a:ea typeface="Calibri"/>
                <a:cs typeface="Calibri"/>
              </a:rPr>
              <a:t>BMC Bioinformatics</a:t>
            </a:r>
            <a:r>
              <a:rPr lang="en-US" sz="1500">
                <a:latin typeface="Calibri"/>
                <a:ea typeface="Calibri"/>
                <a:cs typeface="Calibri"/>
              </a:rPr>
              <a:t>, </a:t>
            </a:r>
            <a:r>
              <a:rPr lang="en-US" sz="1500" i="1">
                <a:latin typeface="Calibri"/>
                <a:ea typeface="Calibri"/>
                <a:cs typeface="Calibri"/>
              </a:rPr>
              <a:t>7</a:t>
            </a:r>
            <a:r>
              <a:rPr lang="en-US" sz="1500">
                <a:latin typeface="Calibri"/>
                <a:ea typeface="Calibri"/>
                <a:cs typeface="Calibri"/>
              </a:rPr>
              <a:t>(1). </a:t>
            </a:r>
            <a:r>
              <a:rPr lang="en-US" sz="1500">
                <a:latin typeface="Calibri"/>
                <a:ea typeface="Calibri"/>
                <a:cs typeface="Calibri"/>
                <a:hlinkClick r:id="rId4"/>
              </a:rPr>
              <a:t>https://doi.org/10.1186/1471-2105-7-243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err="1">
                <a:latin typeface="Calibri"/>
                <a:ea typeface="Calibri"/>
                <a:cs typeface="Calibri"/>
              </a:rPr>
              <a:t>Karamichalis</a:t>
            </a:r>
            <a:r>
              <a:rPr lang="en-US" sz="1400">
                <a:latin typeface="Calibri"/>
                <a:ea typeface="Calibri"/>
                <a:cs typeface="Calibri"/>
              </a:rPr>
              <a:t>, R., Kari, L., Konstantinidis, S., &amp; Kopecki, S. (2015). An investigation into inter- and intragenomic variations of graphic genomic signatures. </a:t>
            </a:r>
            <a:r>
              <a:rPr lang="en-US" sz="1400" i="1">
                <a:latin typeface="Calibri"/>
                <a:ea typeface="Calibri"/>
                <a:cs typeface="Calibri"/>
              </a:rPr>
              <a:t>BMC Bioinformatics</a:t>
            </a:r>
            <a:r>
              <a:rPr lang="en-US" sz="1400">
                <a:latin typeface="Calibri"/>
                <a:ea typeface="Calibri"/>
                <a:cs typeface="Calibri"/>
              </a:rPr>
              <a:t>, </a:t>
            </a:r>
            <a:r>
              <a:rPr lang="en-US" sz="1400" i="1">
                <a:latin typeface="Calibri"/>
                <a:ea typeface="Calibri"/>
                <a:cs typeface="Calibri"/>
              </a:rPr>
              <a:t>16</a:t>
            </a:r>
            <a:r>
              <a:rPr lang="en-US" sz="1400">
                <a:latin typeface="Calibri"/>
                <a:ea typeface="Calibri"/>
                <a:cs typeface="Calibri"/>
              </a:rPr>
              <a:t>(1). </a:t>
            </a:r>
            <a:r>
              <a:rPr lang="en-US" sz="1400">
                <a:latin typeface="Calibri"/>
                <a:ea typeface="Calibri"/>
                <a:cs typeface="Calibri"/>
                <a:hlinkClick r:id="rId5"/>
              </a:rPr>
              <a:t>https://doi.org/10.1186/s12859-015-0655-4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latin typeface="Calibri"/>
                <a:ea typeface="Calibri"/>
                <a:cs typeface="Calibri"/>
              </a:rPr>
              <a:t>Murad, T., Ali, S., &amp; Patterson, M. (2023). A New Direction in Membranolytic Anticancer Peptides classification: Combining Spaced k-</a:t>
            </a:r>
            <a:r>
              <a:rPr lang="en-US" sz="1400" err="1">
                <a:latin typeface="Calibri"/>
                <a:ea typeface="Calibri"/>
                <a:cs typeface="Calibri"/>
              </a:rPr>
              <a:t>mers</a:t>
            </a:r>
            <a:r>
              <a:rPr lang="en-US" sz="1400">
                <a:latin typeface="Calibri"/>
                <a:ea typeface="Calibri"/>
                <a:cs typeface="Calibri"/>
              </a:rPr>
              <a:t> with Chaos Game Representation. </a:t>
            </a:r>
            <a:r>
              <a:rPr lang="en-US" sz="1400" i="1">
                <a:latin typeface="Calibri"/>
                <a:ea typeface="Calibri"/>
                <a:cs typeface="Calibri"/>
              </a:rPr>
              <a:t>Procedia Computer Science</a:t>
            </a:r>
            <a:r>
              <a:rPr lang="en-US" sz="1400">
                <a:latin typeface="Calibri"/>
                <a:ea typeface="Calibri"/>
                <a:cs typeface="Calibri"/>
              </a:rPr>
              <a:t>, </a:t>
            </a:r>
            <a:r>
              <a:rPr lang="en-US" sz="1400" i="1">
                <a:latin typeface="Calibri"/>
                <a:ea typeface="Calibri"/>
                <a:cs typeface="Calibri"/>
              </a:rPr>
              <a:t>222</a:t>
            </a:r>
            <a:r>
              <a:rPr lang="en-US" sz="1400">
                <a:latin typeface="Calibri"/>
                <a:ea typeface="Calibri"/>
                <a:cs typeface="Calibri"/>
              </a:rPr>
              <a:t>, 666–675. </a:t>
            </a:r>
            <a:r>
              <a:rPr lang="en-US" sz="1400">
                <a:latin typeface="Calibri"/>
                <a:ea typeface="Calibri"/>
                <a:cs typeface="Calibri"/>
                <a:hlinkClick r:id="rId6"/>
              </a:rPr>
              <a:t>https://doi.org/10.1016/j.procs.2023.08.204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500" i="1">
                <a:latin typeface="Calibri"/>
                <a:ea typeface="Calibri"/>
                <a:cs typeface="Calibri"/>
              </a:rPr>
              <a:t>Pixels and Image Resolution</a:t>
            </a:r>
            <a:r>
              <a:rPr lang="en-US" sz="1500">
                <a:latin typeface="Calibri"/>
                <a:ea typeface="Calibri"/>
                <a:cs typeface="Calibri"/>
              </a:rPr>
              <a:t>. (2013, September 11). Jamie Hickman . </a:t>
            </a:r>
            <a:r>
              <a:rPr lang="en-US" sz="1500">
                <a:latin typeface="Calibri"/>
                <a:ea typeface="Calibri"/>
                <a:cs typeface="Calibri"/>
                <a:hlinkClick r:id="rId7"/>
              </a:rPr>
              <a:t>https://jamiehickmanvi.wordpress.com/unit-19/pixels-and-image-resolution/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5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>
                <a:latin typeface="Calibri"/>
                <a:ea typeface="Calibri"/>
                <a:cs typeface="Calibri"/>
              </a:rPr>
              <a:t>Wang, T., Yu, Z.-G., &amp; Li, J. (2024). CGRWDL: alignment-free phylogeny reconstruction method for viruses based on chaos game representation weighted by dynamical language model. </a:t>
            </a:r>
            <a:r>
              <a:rPr lang="en-US" sz="1300" i="1">
                <a:latin typeface="Calibri"/>
                <a:ea typeface="Calibri"/>
                <a:cs typeface="Calibri"/>
              </a:rPr>
              <a:t>Frontiers in Microbiology</a:t>
            </a:r>
            <a:r>
              <a:rPr lang="en-US" sz="1300">
                <a:latin typeface="Calibri"/>
                <a:ea typeface="Calibri"/>
                <a:cs typeface="Calibri"/>
              </a:rPr>
              <a:t>, </a:t>
            </a:r>
            <a:r>
              <a:rPr lang="en-US" sz="1300" i="1">
                <a:latin typeface="Calibri"/>
                <a:ea typeface="Calibri"/>
                <a:cs typeface="Calibri"/>
              </a:rPr>
              <a:t>15</a:t>
            </a:r>
            <a:r>
              <a:rPr lang="en-US" sz="1300">
                <a:latin typeface="Calibri"/>
                <a:ea typeface="Calibri"/>
                <a:cs typeface="Calibri"/>
              </a:rPr>
              <a:t>. </a:t>
            </a:r>
            <a:r>
              <a:rPr lang="en-US" sz="1300">
                <a:latin typeface="Calibri"/>
                <a:ea typeface="Calibri"/>
                <a:cs typeface="Calibri"/>
                <a:hlinkClick r:id="rId8"/>
              </a:rPr>
              <a:t>https://doi.org/10.3389/fmicb.2024.1339156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latin typeface="Calibri"/>
                <a:ea typeface="Calibri"/>
                <a:cs typeface="Calibri"/>
              </a:rPr>
              <a:t>Zhang, Y., &amp; Imoto, S. (2024). Genome analysis through image processing with deep learning models. </a:t>
            </a:r>
            <a:r>
              <a:rPr lang="en-US" sz="1400" i="1">
                <a:latin typeface="Calibri"/>
                <a:ea typeface="Calibri"/>
                <a:cs typeface="Calibri"/>
              </a:rPr>
              <a:t>Journal of Human Genetics</a:t>
            </a:r>
            <a:r>
              <a:rPr lang="en-US" sz="1400">
                <a:latin typeface="Calibri"/>
                <a:ea typeface="Calibri"/>
                <a:cs typeface="Calibri"/>
              </a:rPr>
              <a:t>, </a:t>
            </a:r>
            <a:r>
              <a:rPr lang="en-US" sz="1400" i="1">
                <a:latin typeface="Calibri"/>
                <a:ea typeface="Calibri"/>
                <a:cs typeface="Calibri"/>
              </a:rPr>
              <a:t>69</a:t>
            </a:r>
            <a:r>
              <a:rPr lang="en-US" sz="1400">
                <a:latin typeface="Calibri"/>
                <a:ea typeface="Calibri"/>
                <a:cs typeface="Calibri"/>
              </a:rPr>
              <a:t>(10), 519–525. </a:t>
            </a:r>
            <a:r>
              <a:rPr lang="en-US" sz="1400">
                <a:latin typeface="Calibri"/>
                <a:ea typeface="Calibri"/>
                <a:cs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https://doi.org/10.1038/s10038-024-01275-0</a:t>
            </a:r>
            <a:endParaRPr lang="en-US">
              <a:solidFill>
                <a:srgbClr val="0E2841"/>
              </a:solidFill>
              <a:latin typeface="Arial" panose="020B0604020202020204"/>
              <a:ea typeface="Calibri"/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(2026). Qiagenbioinformatics.com. 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https://resources.qiagenbioinformatics.com/manuals/clcgenomicsworkbench/700/BE_Sequence_logo.html</a:t>
            </a:r>
            <a:endParaRPr lang="en-US">
              <a:solidFill>
                <a:schemeClr val="tx2"/>
              </a:solidFill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None/>
            </a:pPr>
            <a:endParaRPr lang="en-US" sz="15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F149B-217D-C710-452B-35C926B3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r>
              <a:rPr lang="en-US"/>
              <a:t>/26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0F8BEEB-9327-5828-FF85-AD1D354291D9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References</a:t>
            </a:r>
            <a:endParaRPr lang="ko-KR" altLang="en-US" sz="2800" b="1"/>
          </a:p>
        </p:txBody>
      </p:sp>
    </p:spTree>
    <p:extLst>
      <p:ext uri="{BB962C8B-B14F-4D97-AF65-F5344CB8AC3E}">
        <p14:creationId xmlns:p14="http://schemas.microsoft.com/office/powerpoint/2010/main" val="128651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98428-373E-DCC2-30FE-89E2BC7A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651" y="2787191"/>
            <a:ext cx="4828262" cy="1283442"/>
          </a:xfrm>
        </p:spPr>
        <p:txBody>
          <a:bodyPr>
            <a:noAutofit/>
          </a:bodyPr>
          <a:lstStyle/>
          <a:p>
            <a:pPr algn="ctr"/>
            <a:r>
              <a:rPr kumimoji="1" lang="en-US" altLang="ko-KR" sz="6000">
                <a:ea typeface="굴림"/>
              </a:rPr>
              <a:t>Thank You</a:t>
            </a:r>
            <a:endParaRPr lang="ko-KR" altLang="en-US" sz="60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895D058-4B12-A489-68B0-AFE1228E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E1A8C-DA73-9955-CCFC-E61F6338C1EE}"/>
              </a:ext>
            </a:extLst>
          </p:cNvPr>
          <p:cNvSpPr txBox="1"/>
          <p:nvPr/>
        </p:nvSpPr>
        <p:spPr>
          <a:xfrm>
            <a:off x="6358812" y="5911783"/>
            <a:ext cx="49348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 err="1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Geonmin</a:t>
            </a:r>
            <a:r>
              <a:rPr lang="en-US" altLang="ko-KR" sz="14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Kim </a:t>
            </a:r>
            <a:r>
              <a:rPr lang="en-US" altLang="ko-KR" sz="1400" dirty="0">
                <a:solidFill>
                  <a:srgbClr val="444444"/>
                </a:solidFill>
                <a:latin typeface="Arial"/>
                <a:ea typeface="Malgun Gothic"/>
                <a:cs typeface="Arial"/>
                <a:hlinkClick r:id="rId3"/>
              </a:rPr>
              <a:t>Geonmin.Kim@ghent.ac.kr</a:t>
            </a:r>
            <a:endParaRPr lang="en-US" altLang="ko-KR" sz="1400" dirty="0">
              <a:solidFill>
                <a:srgbClr val="444444"/>
              </a:solidFill>
              <a:latin typeface="Arial"/>
              <a:ea typeface="Malgun Gothic"/>
              <a:cs typeface="Arial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Jisoo Park </a:t>
            </a:r>
            <a:r>
              <a:rPr lang="en-US" altLang="ko-KR" sz="1400" dirty="0">
                <a:solidFill>
                  <a:srgbClr val="444444"/>
                </a:solidFill>
                <a:latin typeface="Arial"/>
                <a:ea typeface="Malgun Gothic"/>
                <a:cs typeface="Arial"/>
                <a:hlinkClick r:id="rId4"/>
              </a:rPr>
              <a:t>Jisoo.Park@ghent.ac.kr</a:t>
            </a:r>
            <a:r>
              <a:rPr lang="en-US" altLang="ko-KR" sz="14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</a:t>
            </a:r>
            <a:endParaRPr lang="ko-KR" altLang="en-US" sz="14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296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DE752-ADCA-C927-9908-3F5FC4E7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8A43A1-21B4-352C-B57C-0F1BDE43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10944" y="79037"/>
            <a:ext cx="4653643" cy="365125"/>
          </a:xfrm>
        </p:spPr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02416525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4C2A49-54FF-CA22-1808-49C72D6E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r>
              <a:rPr lang="en-US"/>
              <a:t>/30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198BECD-3B44-5B50-FEF2-BE7C5E3DF700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</a:t>
            </a:r>
            <a:endParaRPr lang="ko-KR" altLang="en-US" sz="2800" b="1"/>
          </a:p>
        </p:txBody>
      </p:sp>
      <p:pic>
        <p:nvPicPr>
          <p:cNvPr id="11" name="그림 10" descr="폰트, 디자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6E74F2-160B-6583-7242-8A9FD4A4F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977" y="1062568"/>
            <a:ext cx="1788903" cy="1355785"/>
          </a:xfrm>
          <a:prstGeom prst="rect">
            <a:avLst/>
          </a:prstGeom>
        </p:spPr>
      </p:pic>
      <p:pic>
        <p:nvPicPr>
          <p:cNvPr id="12" name="그림 11" descr="폰트, 화이트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6010B4-5375-DAD3-C66F-2BC7A9275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087" y="2408927"/>
            <a:ext cx="1773448" cy="1306902"/>
          </a:xfrm>
          <a:prstGeom prst="rect">
            <a:avLst/>
          </a:prstGeom>
        </p:spPr>
      </p:pic>
      <p:pic>
        <p:nvPicPr>
          <p:cNvPr id="13" name="그림 12" descr="폰트, 화이트, 텍스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C1590C-8959-9E8D-3730-D68A7E2F6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270" y="1894936"/>
            <a:ext cx="2533650" cy="1371600"/>
          </a:xfrm>
          <a:prstGeom prst="rect">
            <a:avLst/>
          </a:prstGeom>
        </p:spPr>
      </p:pic>
      <p:pic>
        <p:nvPicPr>
          <p:cNvPr id="14" name="그림 13" descr="폰트, 텍스트, 도표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5FC32F-B050-3B59-9265-BA9EBF5CAD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4040576"/>
            <a:ext cx="5805578" cy="1853602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C3F225D-1956-0E01-0C91-75D9E0DE2488}"/>
              </a:ext>
            </a:extLst>
          </p:cNvPr>
          <p:cNvSpPr/>
          <p:nvPr/>
        </p:nvSpPr>
        <p:spPr>
          <a:xfrm>
            <a:off x="4025152" y="1909483"/>
            <a:ext cx="457200" cy="322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3CBAB6D2-0EA8-05ED-ED38-30C5820BD2B3}"/>
              </a:ext>
            </a:extLst>
          </p:cNvPr>
          <p:cNvSpPr/>
          <p:nvPr/>
        </p:nvSpPr>
        <p:spPr>
          <a:xfrm>
            <a:off x="4025151" y="2743369"/>
            <a:ext cx="457200" cy="322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C185DC5B-5156-EEE4-A883-EC8F1FD40E07}"/>
              </a:ext>
            </a:extLst>
          </p:cNvPr>
          <p:cNvSpPr/>
          <p:nvPr/>
        </p:nvSpPr>
        <p:spPr>
          <a:xfrm rot="5400000">
            <a:off x="5678548" y="3649144"/>
            <a:ext cx="457200" cy="322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 descr="폰트, 타이포그래피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D9CCCD-76C1-9A27-5D09-EBB133AF7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5990507"/>
            <a:ext cx="2045278" cy="5663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3AC962-5FFF-AC05-17CB-F6BFD38CEC8A}"/>
              </a:ext>
            </a:extLst>
          </p:cNvPr>
          <p:cNvSpPr txBox="1"/>
          <p:nvPr/>
        </p:nvSpPr>
        <p:spPr>
          <a:xfrm>
            <a:off x="2199409" y="706582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200">
                <a:latin typeface="Arial"/>
                <a:ea typeface="굴림"/>
                <a:cs typeface="Arial"/>
              </a:rPr>
              <a:t>Euclidean distance</a:t>
            </a:r>
            <a:endParaRPr lang="en-US" altLang="ko-KR" sz="2200">
              <a:latin typeface="Arial"/>
              <a:cs typeface="Arial"/>
            </a:endParaRPr>
          </a:p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451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내용 개체 틀 1" descr="텍스트, 폰트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06D28B-1D5B-4084-87FF-3CD10FBB8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89371" y="1498968"/>
            <a:ext cx="6368324" cy="954151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E0E369-0B60-791D-E922-3E9D3272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10944" y="79037"/>
            <a:ext cx="4653643" cy="365125"/>
          </a:xfrm>
        </p:spPr>
        <p:txBody>
          <a:bodyPr/>
          <a:lstStyle/>
          <a:p>
            <a:r>
              <a:rPr lang="en-US" altLang="ko-KR"/>
              <a:t>Geonmin KIM 02416352,</a:t>
            </a:r>
          </a:p>
          <a:p>
            <a:r>
              <a:rPr lang="en-US" altLang="ko-KR"/>
              <a:t>Jisoo Park 02416525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A6EE43-84BB-7357-54BB-3A509D7E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r>
              <a:rPr lang="en-US"/>
              <a:t>/30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7AD0F77-EA26-E866-AFAB-B8AE504156D1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</a:t>
            </a:r>
            <a:endParaRPr lang="ko-KR" altLang="en-US" sz="2800" b="1"/>
          </a:p>
        </p:txBody>
      </p:sp>
      <p:pic>
        <p:nvPicPr>
          <p:cNvPr id="7" name="그림 6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E6C46A-5347-37B8-18F4-09E450B5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720" y="2450304"/>
            <a:ext cx="6818916" cy="17534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578541-BB8F-6393-83B1-53F289297E27}"/>
              </a:ext>
            </a:extLst>
          </p:cNvPr>
          <p:cNvSpPr txBox="1"/>
          <p:nvPr/>
        </p:nvSpPr>
        <p:spPr>
          <a:xfrm>
            <a:off x="3135166" y="4588871"/>
            <a:ext cx="637043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굴림"/>
                <a:cs typeface="Arial"/>
              </a:rPr>
              <a:t>L (luminance) : the average of brighteness</a:t>
            </a:r>
          </a:p>
          <a:p>
            <a:r>
              <a:rPr lang="ko-KR" altLang="en-US">
                <a:ea typeface="굴림"/>
                <a:cs typeface="Arial"/>
              </a:rPr>
              <a:t>C (constrast) : the variance of pixel intensities</a:t>
            </a:r>
          </a:p>
          <a:p>
            <a:r>
              <a:rPr lang="ko-KR" altLang="en-US">
                <a:ea typeface="굴림"/>
                <a:cs typeface="Arial"/>
              </a:rPr>
              <a:t>S (structure) : the spatial correlation of geometric patterns**</a:t>
            </a:r>
          </a:p>
          <a:p>
            <a:endParaRPr lang="ko-KR" altLang="en-US">
              <a:ea typeface="굴림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17708-0029-C577-6126-99A63AD1C345}"/>
              </a:ext>
            </a:extLst>
          </p:cNvPr>
          <p:cNvSpPr txBox="1"/>
          <p:nvPr/>
        </p:nvSpPr>
        <p:spPr>
          <a:xfrm>
            <a:off x="2688365" y="5618860"/>
            <a:ext cx="67383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굴림"/>
                <a:cs typeface="Arial"/>
              </a:rPr>
              <a:t>1: exactly same brightness, 0: opposite, -1: not exist</a:t>
            </a:r>
            <a:endParaRPr lang="ko-KR" altLang="en-US">
              <a:ea typeface="굴림" panose="020B0600000101010101" pitchFamily="34" charset="-127"/>
              <a:cs typeface="Arial"/>
            </a:endParaRPr>
          </a:p>
          <a:p>
            <a:r>
              <a:rPr lang="ko-KR" altLang="en-US">
                <a:ea typeface="굴림"/>
                <a:cs typeface="Arial"/>
              </a:rPr>
              <a:t>1: same variance of contrast, 0: opposite (monocolor or not)</a:t>
            </a:r>
          </a:p>
          <a:p>
            <a:r>
              <a:rPr lang="ko-KR" altLang="en-US">
                <a:ea typeface="굴림"/>
                <a:cs typeface="Arial"/>
              </a:rPr>
              <a:t>1: same geometric pattern, 0: no correlation, -1: opposite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968CC-1262-92C3-2F6F-C7FEFC7E5C2C}"/>
              </a:ext>
            </a:extLst>
          </p:cNvPr>
          <p:cNvSpPr txBox="1"/>
          <p:nvPr/>
        </p:nvSpPr>
        <p:spPr>
          <a:xfrm>
            <a:off x="2199409" y="706582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2200">
                <a:latin typeface="Arial"/>
                <a:ea typeface="굴림"/>
                <a:cs typeface="Arial"/>
              </a:rPr>
              <a:t>DSSIM distance</a:t>
            </a:r>
          </a:p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295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r>
              <a:rPr lang="en-US"/>
              <a:t>/30</a:t>
            </a:r>
          </a:p>
        </p:txBody>
      </p:sp>
      <p:pic>
        <p:nvPicPr>
          <p:cNvPr id="7" name="그림 6" descr="The diagram illustrates a computational model where instance-level and cluster-level contrastive heads are used to maximize similarity, with shared backbone and model components to process data.&#10;&#10;AI 생성 콘텐츠는 정확하지 않을 수 있습니다.">
            <a:extLst>
              <a:ext uri="{FF2B5EF4-FFF2-40B4-BE49-F238E27FC236}">
                <a16:creationId xmlns:a16="http://schemas.microsoft.com/office/drawing/2014/main" id="{F9645880-9459-D349-35FC-CA37ABB83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119" y="808099"/>
            <a:ext cx="6291837" cy="57308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 – Clustering Model</a:t>
            </a:r>
          </a:p>
        </p:txBody>
      </p:sp>
    </p:spTree>
    <p:extLst>
      <p:ext uri="{BB962C8B-B14F-4D97-AF65-F5344CB8AC3E}">
        <p14:creationId xmlns:p14="http://schemas.microsoft.com/office/powerpoint/2010/main" val="2125607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 – TCL &amp; Hyperparameter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384EC4-0D9C-FDA9-6175-C5DD7FD9816E}"/>
              </a:ext>
            </a:extLst>
          </p:cNvPr>
          <p:cNvGrpSpPr/>
          <p:nvPr/>
        </p:nvGrpSpPr>
        <p:grpSpPr>
          <a:xfrm>
            <a:off x="1880903" y="1074630"/>
            <a:ext cx="5659178" cy="1173454"/>
            <a:chOff x="370934" y="1930304"/>
            <a:chExt cx="5659178" cy="11734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AE090CD-85F8-F7E5-3F2D-8F073DAEBE03}"/>
                    </a:ext>
                  </a:extLst>
                </p:cNvPr>
                <p:cNvSpPr txBox="1"/>
                <p:nvPr/>
              </p:nvSpPr>
              <p:spPr>
                <a:xfrm>
                  <a:off x="370934" y="1930304"/>
                  <a:ext cx="565917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2000" b="1"/>
                    <a:t>Overall Loss Function: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𝑖𝑛𝑠</m:t>
                          </m:r>
                        </m:sub>
                      </m:sSub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𝑐𝑙𝑢</m:t>
                          </m:r>
                        </m:sub>
                      </m:sSub>
                    </m:oMath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AE090CD-85F8-F7E5-3F2D-8F073DAEBE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1930304"/>
                  <a:ext cx="5659178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802" t="-23529" b="-509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A12AE3-5021-0836-0265-D6761A733D21}"/>
                    </a:ext>
                  </a:extLst>
                </p:cNvPr>
                <p:cNvSpPr txBox="1"/>
                <p:nvPr/>
              </p:nvSpPr>
              <p:spPr>
                <a:xfrm>
                  <a:off x="370934" y="2291115"/>
                  <a:ext cx="538575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𝑖𝑛𝑠</m:t>
                          </m:r>
                        </m:sub>
                      </m:sSub>
                    </m:oMath>
                  </a14:m>
                  <a:r>
                    <a:rPr lang="en-US" altLang="ko-KR" sz="2000"/>
                    <a:t>: Instance</a:t>
                  </a:r>
                  <a:r>
                    <a:rPr lang="ko-KR" altLang="ko-KR" sz="2000"/>
                    <a:t>-</a:t>
                  </a:r>
                  <a:r>
                    <a:rPr lang="ko-KR" altLang="ko-KR" sz="2000" err="1"/>
                    <a:t>level</a:t>
                  </a:r>
                  <a:r>
                    <a:rPr lang="ko-KR" altLang="ko-KR" sz="2000"/>
                    <a:t> </a:t>
                  </a:r>
                  <a:r>
                    <a:rPr lang="ko-KR" altLang="ko-KR" sz="2000" err="1"/>
                    <a:t>contrastive</a:t>
                  </a:r>
                  <a:r>
                    <a:rPr lang="ko-KR" altLang="ko-KR" sz="2000"/>
                    <a:t> </a:t>
                  </a:r>
                  <a:r>
                    <a:rPr lang="ko-KR" altLang="ko-KR" sz="2000" err="1"/>
                    <a:t>loss</a:t>
                  </a:r>
                  <a:r>
                    <a:rPr lang="ko-KR" altLang="ko-KR" sz="2000"/>
                    <a:t> (</a:t>
                  </a:r>
                  <a:r>
                    <a:rPr lang="ko-KR" altLang="ko-KR" sz="2000" err="1"/>
                    <a:t>via</a:t>
                  </a:r>
                  <a:r>
                    <a:rPr lang="ko-KR" altLang="ko-KR" sz="2000"/>
                    <a:t> ICH)</a:t>
                  </a:r>
                  <a:endParaRPr lang="ko-KR" altLang="en-US" sz="200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CA12AE3-5021-0836-0265-D6761A733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2291115"/>
                  <a:ext cx="5385759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12D7A9B-705E-300B-2FF9-06B40D14078F}"/>
                    </a:ext>
                  </a:extLst>
                </p:cNvPr>
                <p:cNvSpPr txBox="1"/>
                <p:nvPr/>
              </p:nvSpPr>
              <p:spPr>
                <a:xfrm>
                  <a:off x="370934" y="2703648"/>
                  <a:ext cx="53972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𝑐𝑙𝑢</m:t>
                          </m:r>
                        </m:sub>
                      </m:sSub>
                    </m:oMath>
                  </a14:m>
                  <a:r>
                    <a:rPr lang="ko-KR" altLang="ko-KR" sz="2000"/>
                    <a:t> : </a:t>
                  </a:r>
                  <a:r>
                    <a:rPr lang="ko-KR" altLang="ko-KR" sz="2000" err="1"/>
                    <a:t>Cluster-level</a:t>
                  </a:r>
                  <a:r>
                    <a:rPr lang="ko-KR" altLang="ko-KR" sz="2000"/>
                    <a:t> </a:t>
                  </a:r>
                  <a:r>
                    <a:rPr lang="ko-KR" altLang="ko-KR" sz="2000" err="1"/>
                    <a:t>contrastive</a:t>
                  </a:r>
                  <a:r>
                    <a:rPr lang="ko-KR" altLang="ko-KR" sz="2000"/>
                    <a:t> </a:t>
                  </a:r>
                  <a:r>
                    <a:rPr lang="ko-KR" altLang="ko-KR" sz="2000" err="1"/>
                    <a:t>loss</a:t>
                  </a:r>
                  <a:r>
                    <a:rPr lang="ko-KR" altLang="ko-KR" sz="2000"/>
                    <a:t> (</a:t>
                  </a:r>
                  <a:r>
                    <a:rPr lang="ko-KR" altLang="ko-KR" sz="2000" err="1"/>
                    <a:t>via</a:t>
                  </a:r>
                  <a:r>
                    <a:rPr lang="ko-KR" altLang="ko-KR" sz="2000"/>
                    <a:t> CCH)</a:t>
                  </a:r>
                  <a:endParaRPr lang="ko-KR" altLang="en-US" sz="200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12D7A9B-705E-300B-2FF9-06B40D140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2703648"/>
                  <a:ext cx="5397260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8056528-F228-2F2D-7C9F-CE3A83E2F641}"/>
              </a:ext>
            </a:extLst>
          </p:cNvPr>
          <p:cNvGrpSpPr/>
          <p:nvPr/>
        </p:nvGrpSpPr>
        <p:grpSpPr>
          <a:xfrm>
            <a:off x="1880904" y="2555027"/>
            <a:ext cx="8410757" cy="760921"/>
            <a:chOff x="370933" y="1930304"/>
            <a:chExt cx="8410757" cy="7609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F1509B-4665-A562-428D-D1A4A6E86039}"/>
                    </a:ext>
                  </a:extLst>
                </p:cNvPr>
                <p:cNvSpPr txBox="1"/>
                <p:nvPr/>
              </p:nvSpPr>
              <p:spPr>
                <a:xfrm>
                  <a:off x="370934" y="1930304"/>
                  <a:ext cx="392472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2000" b="1"/>
                    <a:t>Balancing Parameter (</a:t>
                  </a:r>
                  <a14:m>
                    <m:oMath xmlns:m="http://schemas.openxmlformats.org/officeDocument/2006/math">
                      <m:r>
                        <a:rPr lang="ko-KR" altLang="en-US" sz="2000" b="1" i="1" dirty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ko-KR" sz="2000" b="1"/>
                    <a:t>): </a:t>
                  </a:r>
                  <a14:m>
                    <m:oMath xmlns:m="http://schemas.openxmlformats.org/officeDocument/2006/math"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=0.7</m:t>
                      </m:r>
                    </m:oMath>
                  </a14:m>
                  <a:endParaRPr lang="ko-KR" altLang="en-US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BF1509B-4665-A562-428D-D1A4A6E860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1930304"/>
                  <a:ext cx="392472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4044" t="-23529" r="-1244" b="-509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7ABDFC-343E-0499-2332-6E43F694F64C}"/>
                </a:ext>
              </a:extLst>
            </p:cNvPr>
            <p:cNvSpPr txBox="1"/>
            <p:nvPr/>
          </p:nvSpPr>
          <p:spPr>
            <a:xfrm>
              <a:off x="370933" y="2291115"/>
              <a:ext cx="84107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2000"/>
                <a:t>(</a:t>
              </a:r>
              <a:r>
                <a:rPr lang="ko-KR" altLang="ko-KR" sz="2000" err="1"/>
                <a:t>Empirically</a:t>
              </a:r>
              <a:r>
                <a:rPr lang="ko-KR" altLang="ko-KR" sz="2000"/>
                <a:t> </a:t>
              </a:r>
              <a:r>
                <a:rPr lang="ko-KR" altLang="ko-KR" sz="2000" err="1"/>
                <a:t>optimal</a:t>
              </a:r>
              <a:r>
                <a:rPr lang="ko-KR" altLang="ko-KR" sz="2000"/>
                <a:t> </a:t>
              </a:r>
              <a:r>
                <a:rPr lang="ko-KR" altLang="ko-KR" sz="2000" err="1"/>
                <a:t>value</a:t>
              </a:r>
              <a:r>
                <a:rPr lang="ko-KR" altLang="ko-KR" sz="2000"/>
                <a:t>; </a:t>
              </a:r>
              <a:r>
                <a:rPr lang="ko-KR" altLang="ko-KR" sz="2000" err="1"/>
                <a:t>range</a:t>
              </a:r>
              <a:r>
                <a:rPr lang="ko-KR" altLang="ko-KR" sz="2000"/>
                <a:t> 0.5~0.8 </a:t>
              </a:r>
              <a:r>
                <a:rPr lang="ko-KR" altLang="ko-KR" sz="2000" err="1"/>
                <a:t>yielded</a:t>
              </a:r>
              <a:r>
                <a:rPr lang="ko-KR" altLang="ko-KR" sz="2000"/>
                <a:t> </a:t>
              </a:r>
              <a:r>
                <a:rPr lang="ko-KR" altLang="ko-KR" sz="2000" err="1"/>
                <a:t>robust</a:t>
              </a:r>
              <a:r>
                <a:rPr lang="ko-KR" altLang="ko-KR" sz="2000"/>
                <a:t> </a:t>
              </a:r>
              <a:r>
                <a:rPr lang="ko-KR" altLang="ko-KR" sz="2000" err="1"/>
                <a:t>performance</a:t>
              </a:r>
              <a:r>
                <a:rPr lang="ko-KR" altLang="ko-KR" sz="2000"/>
                <a:t>)</a:t>
              </a:r>
              <a:endParaRPr lang="ko-KR" altLang="en-US" sz="240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EA29E9-B3B6-8196-006C-1ED89B035F1D}"/>
              </a:ext>
            </a:extLst>
          </p:cNvPr>
          <p:cNvGrpSpPr/>
          <p:nvPr/>
        </p:nvGrpSpPr>
        <p:grpSpPr>
          <a:xfrm>
            <a:off x="1880904" y="3622889"/>
            <a:ext cx="7706267" cy="1173454"/>
            <a:chOff x="370934" y="1930304"/>
            <a:chExt cx="7706267" cy="11734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5D57F65-698E-8B18-E31E-7ACB27F9378F}"/>
                    </a:ext>
                  </a:extLst>
                </p:cNvPr>
                <p:cNvSpPr txBox="1"/>
                <p:nvPr/>
              </p:nvSpPr>
              <p:spPr>
                <a:xfrm>
                  <a:off x="370934" y="1930304"/>
                  <a:ext cx="552805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ko-KR" sz="2000" b="1" err="1"/>
                    <a:t>Temperature</a:t>
                  </a:r>
                  <a:r>
                    <a:rPr lang="ko-KR" altLang="ko-KR" sz="2000" b="1"/>
                    <a:t> </a:t>
                  </a:r>
                  <a:r>
                    <a:rPr lang="ko-KR" altLang="ko-KR" sz="2000" b="1" err="1"/>
                    <a:t>Parameters</a:t>
                  </a:r>
                  <a:r>
                    <a:rPr lang="ko-KR" altLang="ko-KR" sz="2000" b="1"/>
                    <a:t> (</a:t>
                  </a:r>
                  <a14:m>
                    <m:oMath xmlns:m="http://schemas.openxmlformats.org/officeDocument/2006/math"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ko-KR" altLang="ko-KR" sz="2000" b="1"/>
                    <a:t> </a:t>
                  </a:r>
                  <a:r>
                    <a:rPr lang="ko-KR" altLang="ko-KR" sz="2000" b="1" err="1"/>
                    <a:t>for</a:t>
                  </a:r>
                  <a:r>
                    <a:rPr lang="ko-KR" altLang="ko-KR" sz="2000" b="1"/>
                    <a:t> </a:t>
                  </a:r>
                  <a:r>
                    <a:rPr lang="ko-KR" altLang="ko-KR" sz="2000" b="1" err="1"/>
                    <a:t>InfoNCE</a:t>
                  </a:r>
                  <a:r>
                    <a:rPr lang="ko-KR" altLang="ko-KR" sz="2000" b="1"/>
                    <a:t> </a:t>
                  </a:r>
                  <a:r>
                    <a:rPr lang="ko-KR" altLang="ko-KR" sz="2000" b="1" err="1"/>
                    <a:t>loss</a:t>
                  </a:r>
                  <a:r>
                    <a:rPr lang="ko-KR" altLang="ko-KR" sz="2000" b="1"/>
                    <a:t>):</a:t>
                  </a:r>
                  <a:endParaRPr lang="ko-KR" altLang="en-US" sz="200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5D57F65-698E-8B18-E31E-7ACB27F93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1930304"/>
                  <a:ext cx="5528052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870" t="-23529" r="-1987" b="-509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2D6AA58-C9F0-09FA-81AE-DD97C143E2D7}"/>
                    </a:ext>
                  </a:extLst>
                </p:cNvPr>
                <p:cNvSpPr txBox="1"/>
                <p:nvPr/>
              </p:nvSpPr>
              <p:spPr>
                <a:xfrm>
                  <a:off x="370934" y="2291115"/>
                  <a:ext cx="770626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</m:t>
                      </m:r>
                    </m:oMath>
                  </a14:m>
                  <a:r>
                    <a:rPr lang="ko-KR" altLang="ko-KR" sz="2000"/>
                    <a:t>: </a:t>
                  </a:r>
                  <a:r>
                    <a:rPr lang="en-US" altLang="ko-KR" sz="2000"/>
                    <a:t>To distinguish subtle difference between individual data</a:t>
                  </a:r>
                  <a:endParaRPr lang="ko-KR" altLang="en-US" sz="200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2D6AA58-C9F0-09FA-81AE-DD97C143E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2291115"/>
                  <a:ext cx="7706267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977363D-CFD5-0E7C-B09A-25D67F43A1E0}"/>
                    </a:ext>
                  </a:extLst>
                </p:cNvPr>
                <p:cNvSpPr txBox="1"/>
                <p:nvPr/>
              </p:nvSpPr>
              <p:spPr>
                <a:xfrm>
                  <a:off x="370934" y="2703648"/>
                  <a:ext cx="539726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=1.0</m:t>
                      </m:r>
                    </m:oMath>
                  </a14:m>
                  <a:r>
                    <a:rPr lang="ko-KR" altLang="ko-KR" sz="2000"/>
                    <a:t> : </a:t>
                  </a:r>
                  <a:r>
                    <a:rPr lang="en-US" altLang="ko-KR" sz="2000"/>
                    <a:t>To distinguish cluster</a:t>
                  </a:r>
                  <a:endParaRPr lang="ko-KR" altLang="en-US" sz="200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977363D-CFD5-0E7C-B09A-25D67F43A1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934" y="2703648"/>
                  <a:ext cx="5397260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606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F4B00C0-DDFA-BB46-C097-D94D2B646C04}"/>
              </a:ext>
            </a:extLst>
          </p:cNvPr>
          <p:cNvSpPr txBox="1"/>
          <p:nvPr/>
        </p:nvSpPr>
        <p:spPr>
          <a:xfrm>
            <a:off x="1880904" y="5103285"/>
            <a:ext cx="8122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000" b="1" err="1"/>
              <a:t>Dimensionality</a:t>
            </a:r>
            <a:r>
              <a:rPr lang="ko-KR" altLang="ko-KR" sz="2000" b="1"/>
              <a:t>:</a:t>
            </a:r>
            <a:r>
              <a:rPr lang="ko-KR" altLang="ko-KR" sz="2000"/>
              <a:t> ICH = 128 </a:t>
            </a:r>
            <a:r>
              <a:rPr lang="ko-KR" altLang="ko-KR" sz="2000" err="1"/>
              <a:t>dimensions</a:t>
            </a:r>
            <a:r>
              <a:rPr lang="ko-KR" altLang="ko-KR" sz="2000"/>
              <a:t>, CCH = Target </a:t>
            </a:r>
            <a:r>
              <a:rPr lang="ko-KR" altLang="ko-KR" sz="2000" err="1"/>
              <a:t>cluster</a:t>
            </a:r>
            <a:r>
              <a:rPr lang="ko-KR" altLang="ko-KR" sz="2000"/>
              <a:t> </a:t>
            </a:r>
            <a:r>
              <a:rPr lang="ko-KR" altLang="ko-KR" sz="2000" err="1"/>
              <a:t>number</a:t>
            </a:r>
            <a:endParaRPr lang="ko-KR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54E4EA-AC06-4FBD-C277-0BABBA1C6FB4}"/>
                  </a:ext>
                </a:extLst>
              </p:cNvPr>
              <p:cNvSpPr txBox="1"/>
              <p:nvPr/>
            </p:nvSpPr>
            <p:spPr>
              <a:xfrm>
                <a:off x="1880903" y="5810336"/>
                <a:ext cx="7857972" cy="711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ko-KR" sz="2000" b="1"/>
                  <a:t>Optimizer </a:t>
                </a:r>
                <a:r>
                  <a:rPr lang="ko-KR" altLang="ko-KR" sz="2000" b="1" err="1"/>
                  <a:t>Settings</a:t>
                </a:r>
                <a:r>
                  <a:rPr lang="ko-KR" altLang="ko-KR" sz="2000" b="1"/>
                  <a:t>:</a:t>
                </a:r>
                <a:r>
                  <a:rPr lang="ko-KR" altLang="ko-KR" sz="2000"/>
                  <a:t> </a:t>
                </a:r>
                <a:r>
                  <a:rPr lang="ko-KR" altLang="ko-KR" sz="2000" err="1"/>
                  <a:t>Adam</a:t>
                </a:r>
                <a:r>
                  <a:rPr lang="ko-KR" altLang="ko-KR" sz="2000"/>
                  <a:t> </a:t>
                </a:r>
                <a:r>
                  <a:rPr lang="ko-KR" altLang="ko-KR" sz="2000" err="1"/>
                  <a:t>Optimizer</a:t>
                </a:r>
                <a:r>
                  <a:rPr lang="ko-KR" altLang="ko-KR" sz="2000"/>
                  <a:t> (</a:t>
                </a:r>
                <a:r>
                  <a:rPr lang="ko-KR" altLang="ko-KR" sz="2000" err="1"/>
                  <a:t>Learning</a:t>
                </a:r>
                <a:r>
                  <a:rPr lang="ko-KR" altLang="ko-KR" sz="2000"/>
                  <a:t> </a:t>
                </a:r>
                <a:r>
                  <a:rPr lang="ko-KR" altLang="ko-KR" sz="2000" err="1"/>
                  <a:t>rate</a:t>
                </a:r>
                <a:r>
                  <a:rPr lang="ko-KR" altLang="ko-KR" sz="2000"/>
                  <a:t>: </a:t>
                </a:r>
                <a14:m>
                  <m:oMath xmlns:m="http://schemas.openxmlformats.org/officeDocument/2006/math">
                    <m:r>
                      <a:rPr lang="ko-KR" altLang="ko-KR" sz="2000" i="1" dirty="0">
                        <a:latin typeface="Cambria Math" panose="02040503050406030204" pitchFamily="18" charset="0"/>
                      </a:rPr>
                      <m:t>7×</m:t>
                    </m:r>
                    <m:sSup>
                      <m:sSup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ko-KR" altLang="ko-KR" sz="2000"/>
                  <a:t>, </a:t>
                </a:r>
                <a:r>
                  <a:rPr lang="ko-KR" altLang="ko-KR" sz="2000" err="1"/>
                  <a:t>Weight</a:t>
                </a:r>
                <a:r>
                  <a:rPr lang="ko-KR" altLang="ko-KR" sz="2000"/>
                  <a:t> </a:t>
                </a:r>
                <a:r>
                  <a:rPr lang="ko-KR" altLang="ko-KR" sz="2000" err="1"/>
                  <a:t>decay</a:t>
                </a:r>
                <a:r>
                  <a:rPr lang="ko-KR" altLang="ko-KR" sz="200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ko-KR" altLang="ko-KR" sz="2000"/>
                  <a:t>), </a:t>
                </a:r>
                <a:r>
                  <a:rPr lang="ko-KR" altLang="ko-KR" sz="2000" err="1"/>
                  <a:t>Batch</a:t>
                </a:r>
                <a:r>
                  <a:rPr lang="ko-KR" altLang="ko-KR" sz="2000"/>
                  <a:t> </a:t>
                </a:r>
                <a:r>
                  <a:rPr lang="ko-KR" altLang="ko-KR" sz="2000" err="1"/>
                  <a:t>size</a:t>
                </a:r>
                <a:r>
                  <a:rPr lang="ko-KR" altLang="ko-KR" sz="2000"/>
                  <a:t>: 512</a:t>
                </a:r>
                <a:endParaRPr lang="ko-KR" altLang="en-US" sz="24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54E4EA-AC06-4FBD-C277-0BABBA1C6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903" y="5810336"/>
                <a:ext cx="7857972" cy="711413"/>
              </a:xfrm>
              <a:prstGeom prst="rect">
                <a:avLst/>
              </a:prstGeom>
              <a:blipFill>
                <a:blip r:embed="rId10"/>
                <a:stretch>
                  <a:fillRect l="-853" t="-2564" b="-145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524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 – Data Augmentation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8307EE-FE20-EF20-E39F-10EAFCB799AE}"/>
                  </a:ext>
                </a:extLst>
              </p:cNvPr>
              <p:cNvSpPr txBox="1"/>
              <p:nvPr/>
            </p:nvSpPr>
            <p:spPr>
              <a:xfrm>
                <a:off x="1955321" y="1173193"/>
                <a:ext cx="57681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/>
                  <a:t>Mutation Rates</a:t>
                </a:r>
              </a:p>
              <a:p>
                <a:r>
                  <a:rPr lang="en-US" altLang="ko-KR" sz="2400"/>
                  <a:t>Transition: </a:t>
                </a:r>
                <a14:m>
                  <m:oMath xmlns:m="http://schemas.openxmlformats.org/officeDocument/2006/math">
                    <m:r>
                      <a:rPr lang="ko-KR" altLang="ko-KR" sz="24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sz="2400"/>
              </a:p>
              <a:p>
                <a:r>
                  <a:rPr lang="en-US" altLang="ko-KR" sz="2400"/>
                  <a:t>Transversion: </a:t>
                </a:r>
                <a14:m>
                  <m:oMath xmlns:m="http://schemas.openxmlformats.org/officeDocument/2006/math">
                    <m:r>
                      <a:rPr lang="ko-KR" altLang="ko-KR" sz="2400" i="1" dirty="0">
                        <a:latin typeface="Cambria Math" panose="02040503050406030204" pitchFamily="18" charset="0"/>
                      </a:rPr>
                      <m:t>0.5×</m:t>
                    </m:r>
                    <m:r>
                      <a:rPr lang="ko-KR" altLang="ko-KR" sz="2400" i="1" dirty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altLang="ko-KR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8307EE-FE20-EF20-E39F-10EAFCB79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1" y="1173193"/>
                <a:ext cx="5768196" cy="1200329"/>
              </a:xfrm>
              <a:prstGeom prst="rect">
                <a:avLst/>
              </a:prstGeom>
              <a:blipFill>
                <a:blip r:embed="rId3"/>
                <a:stretch>
                  <a:fillRect l="-1691" t="-4061" b="-10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9E8A8-EF1A-224D-7DA0-9AFB23FB58FB}"/>
                  </a:ext>
                </a:extLst>
              </p:cNvPr>
              <p:cNvSpPr txBox="1"/>
              <p:nvPr/>
            </p:nvSpPr>
            <p:spPr>
              <a:xfrm>
                <a:off x="1955321" y="3115327"/>
                <a:ext cx="57681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b="1"/>
                  <a:t>Positive Pair Generation</a:t>
                </a:r>
              </a:p>
              <a:p>
                <a:r>
                  <a:rPr lang="en-US" altLang="ko-KR" sz="2400"/>
                  <a:t>Weak Augmentation</a:t>
                </a:r>
                <a:r>
                  <a:rPr lang="en-US" altLang="ko-KR" sz="2400" b="1"/>
                  <a:t> </a:t>
                </a:r>
                <a:r>
                  <a:rPr lang="en-US" altLang="ko-KR" sz="2400"/>
                  <a:t>(t)</a:t>
                </a:r>
                <a:r>
                  <a:rPr lang="ko-KR" altLang="ko-KR" sz="2400" b="1"/>
                  <a:t>:</a:t>
                </a:r>
                <a:r>
                  <a:rPr lang="ko-KR" altLang="ko-KR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ko-KR" altLang="ko-KR" sz="2400"/>
              </a:p>
              <a:p>
                <a:r>
                  <a:rPr lang="ko-KR" altLang="ko-KR" sz="2400" err="1"/>
                  <a:t>Strong</a:t>
                </a:r>
                <a:r>
                  <a:rPr lang="ko-KR" altLang="ko-KR" sz="2400"/>
                  <a:t> </a:t>
                </a:r>
                <a:r>
                  <a:rPr lang="ko-KR" altLang="ko-KR" sz="2400" err="1"/>
                  <a:t>Augmentation</a:t>
                </a:r>
                <a:r>
                  <a:rPr lang="ko-KR" altLang="ko-KR" sz="2400"/>
                  <a:t> (</a:t>
                </a:r>
                <a:r>
                  <a:rPr lang="ko-KR" altLang="ko-KR" sz="2400" i="1" err="1"/>
                  <a:t>t</a:t>
                </a:r>
                <a:r>
                  <a:rPr lang="ko-KR" altLang="ko-KR" sz="2400"/>
                  <a:t>′):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altLang="ko-KR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89E8A8-EF1A-224D-7DA0-9AFB23FB5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21" y="3115327"/>
                <a:ext cx="5768196" cy="1200329"/>
              </a:xfrm>
              <a:prstGeom prst="rect">
                <a:avLst/>
              </a:prstGeom>
              <a:blipFill>
                <a:blip r:embed="rId4"/>
                <a:stretch>
                  <a:fillRect l="-1691" t="-4061" b="-111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307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Appendix – Model Performance &amp;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CE630-2046-9B75-3F07-60E5E6AE37D1}"/>
              </a:ext>
            </a:extLst>
          </p:cNvPr>
          <p:cNvSpPr txBox="1"/>
          <p:nvPr/>
        </p:nvSpPr>
        <p:spPr>
          <a:xfrm>
            <a:off x="1708030" y="1178944"/>
            <a:ext cx="6866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Evaluation Method</a:t>
            </a:r>
          </a:p>
          <a:p>
            <a:r>
              <a:rPr lang="en-US" altLang="ko-KR" sz="2400" b="1" dirty="0"/>
              <a:t>- </a:t>
            </a:r>
            <a:r>
              <a:rPr lang="en-US" altLang="ko-KR" sz="2400" dirty="0"/>
              <a:t>Hungarian Algorithm</a:t>
            </a:r>
            <a:endParaRPr lang="ko-KR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FA6CB-8B0F-CF97-7BFE-12A0F0DE49DA}"/>
              </a:ext>
            </a:extLst>
          </p:cNvPr>
          <p:cNvSpPr txBox="1"/>
          <p:nvPr/>
        </p:nvSpPr>
        <p:spPr>
          <a:xfrm>
            <a:off x="1708030" y="2579487"/>
            <a:ext cx="3910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Accuracy</a:t>
            </a:r>
          </a:p>
          <a:p>
            <a:r>
              <a:rPr lang="en-US" altLang="ko-KR" sz="2400" dirty="0"/>
              <a:t>- Task: Viral Subtyping</a:t>
            </a:r>
            <a:endParaRPr lang="ko-KR" altLang="en-US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297E02C-D44D-C014-B0E5-94229056C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402389"/>
              </p:ext>
            </p:extLst>
          </p:nvPr>
        </p:nvGraphicFramePr>
        <p:xfrm>
          <a:off x="1708030" y="3520866"/>
          <a:ext cx="8781691" cy="146304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3384609">
                  <a:extLst>
                    <a:ext uri="{9D8B030D-6E8A-4147-A177-3AD203B41FA5}">
                      <a16:colId xmlns:a16="http://schemas.microsoft.com/office/drawing/2014/main" val="3711090059"/>
                    </a:ext>
                  </a:extLst>
                </a:gridCol>
                <a:gridCol w="2591819">
                  <a:extLst>
                    <a:ext uri="{9D8B030D-6E8A-4147-A177-3AD203B41FA5}">
                      <a16:colId xmlns:a16="http://schemas.microsoft.com/office/drawing/2014/main" val="1624716695"/>
                    </a:ext>
                  </a:extLst>
                </a:gridCol>
                <a:gridCol w="1356893">
                  <a:extLst>
                    <a:ext uri="{9D8B030D-6E8A-4147-A177-3AD203B41FA5}">
                      <a16:colId xmlns:a16="http://schemas.microsoft.com/office/drawing/2014/main" val="2713358756"/>
                    </a:ext>
                  </a:extLst>
                </a:gridCol>
                <a:gridCol w="1448370">
                  <a:extLst>
                    <a:ext uri="{9D8B030D-6E8A-4147-A177-3AD203B41FA5}">
                      <a16:colId xmlns:a16="http://schemas.microsoft.com/office/drawing/2014/main" val="2905539468"/>
                    </a:ext>
                  </a:extLst>
                </a:gridCol>
              </a:tblGrid>
              <a:tr h="331921"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 dirty="0">
                          <a:effectLst/>
                        </a:rPr>
                        <a:t>Virus / Species</a:t>
                      </a:r>
                      <a:endParaRPr lang="ko-KR" sz="12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 dirty="0" err="1">
                          <a:effectLst/>
                        </a:rPr>
                        <a:t>CGRclust</a:t>
                      </a:r>
                      <a:r>
                        <a:rPr lang="en-US" sz="2400" b="1" kern="0" dirty="0">
                          <a:effectLst/>
                        </a:rPr>
                        <a:t> (Ours)</a:t>
                      </a:r>
                      <a:endParaRPr lang="ko-KR" sz="12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 dirty="0" err="1">
                          <a:effectLst/>
                        </a:rPr>
                        <a:t>DeLUCS</a:t>
                      </a:r>
                      <a:endParaRPr lang="ko-KR" sz="12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0" dirty="0" err="1">
                          <a:effectLst/>
                        </a:rPr>
                        <a:t>iDeLUCS</a:t>
                      </a:r>
                      <a:endParaRPr lang="ko-KR" sz="12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80992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Dengue virus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100.00%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-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96.99%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971894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Hepatitis C virus (HCV)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85.79%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84.63%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-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12535604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HIV-1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81.77%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71.53%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2400" kern="0" dirty="0">
                          <a:effectLst/>
                        </a:rPr>
                        <a:t>39.38%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extLst>
                  <a:ext uri="{0D108BD9-81ED-4DB2-BD59-A6C34878D82A}">
                    <a16:rowId xmlns:a16="http://schemas.microsoft.com/office/drawing/2014/main" val="2845012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75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 – Why CNN?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1E06EEC-2CFC-0A55-4F4E-B2676BB6B654}"/>
              </a:ext>
            </a:extLst>
          </p:cNvPr>
          <p:cNvGrpSpPr/>
          <p:nvPr/>
        </p:nvGrpSpPr>
        <p:grpSpPr>
          <a:xfrm>
            <a:off x="3417319" y="1278991"/>
            <a:ext cx="4710025" cy="1015663"/>
            <a:chOff x="491704" y="1025948"/>
            <a:chExt cx="4710025" cy="101566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D4D540-3041-CACF-E5CF-4A5BB83D1198}"/>
                </a:ext>
              </a:extLst>
            </p:cNvPr>
            <p:cNvSpPr txBox="1"/>
            <p:nvPr/>
          </p:nvSpPr>
          <p:spPr>
            <a:xfrm>
              <a:off x="491704" y="1030306"/>
              <a:ext cx="885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CNN</a:t>
              </a:r>
              <a:endParaRPr lang="ko-KR" altLang="en-US" sz="24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7A5817-2CC9-D015-A244-A96BD39D3ADE}"/>
                </a:ext>
              </a:extLst>
            </p:cNvPr>
            <p:cNvSpPr txBox="1"/>
            <p:nvPr/>
          </p:nvSpPr>
          <p:spPr>
            <a:xfrm>
              <a:off x="1871932" y="1025948"/>
              <a:ext cx="33297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- Strong Inductive Bias</a:t>
              </a:r>
            </a:p>
            <a:p>
              <a:r>
                <a:rPr lang="en-US" altLang="ko-KR" sz="2000" b="1" dirty="0"/>
                <a:t>- </a:t>
              </a:r>
              <a:r>
                <a:rPr lang="ko-KR" altLang="ko-KR" sz="2000" b="1" dirty="0" err="1"/>
                <a:t>High</a:t>
              </a:r>
              <a:r>
                <a:rPr lang="ko-KR" altLang="ko-KR" sz="2000" b="1" dirty="0"/>
                <a:t> Data </a:t>
              </a:r>
              <a:r>
                <a:rPr lang="ko-KR" altLang="ko-KR" sz="2000" b="1" dirty="0" err="1"/>
                <a:t>Efficiency</a:t>
              </a:r>
              <a:endParaRPr lang="en-US" altLang="ko-KR" sz="2000" b="1" dirty="0"/>
            </a:p>
            <a:p>
              <a:r>
                <a:rPr lang="en-US" altLang="ko-KR" sz="2000" b="1" dirty="0"/>
                <a:t>- </a:t>
              </a:r>
              <a:r>
                <a:rPr lang="ko-KR" altLang="ko-KR" sz="2000" b="1" dirty="0" err="1"/>
                <a:t>Translation</a:t>
              </a:r>
              <a:r>
                <a:rPr lang="ko-KR" altLang="ko-KR" sz="2000" b="1" dirty="0"/>
                <a:t> </a:t>
              </a:r>
              <a:r>
                <a:rPr lang="ko-KR" altLang="ko-KR" sz="2000" b="1" dirty="0" err="1"/>
                <a:t>Invariance</a:t>
              </a:r>
              <a:endParaRPr lang="en-US" altLang="ko-KR" sz="2000" b="1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CF7E55-419D-5FFB-583F-CE0932BEDDBE}"/>
              </a:ext>
            </a:extLst>
          </p:cNvPr>
          <p:cNvGrpSpPr/>
          <p:nvPr/>
        </p:nvGrpSpPr>
        <p:grpSpPr>
          <a:xfrm>
            <a:off x="3298166" y="2909535"/>
            <a:ext cx="4948328" cy="1015663"/>
            <a:chOff x="497455" y="970737"/>
            <a:chExt cx="4948328" cy="101566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7F9D03-E065-7990-E8D5-F44F7CBEF1E7}"/>
                </a:ext>
              </a:extLst>
            </p:cNvPr>
            <p:cNvSpPr txBox="1"/>
            <p:nvPr/>
          </p:nvSpPr>
          <p:spPr>
            <a:xfrm>
              <a:off x="497455" y="1030306"/>
              <a:ext cx="15728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Vision Transformer</a:t>
              </a:r>
              <a:endParaRPr lang="ko-KR" altLang="en-US" sz="2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8FA3FB8-4CAA-B31D-1A17-DAE1E138A03B}"/>
                </a:ext>
              </a:extLst>
            </p:cNvPr>
            <p:cNvSpPr txBox="1"/>
            <p:nvPr/>
          </p:nvSpPr>
          <p:spPr>
            <a:xfrm>
              <a:off x="2115986" y="970737"/>
              <a:ext cx="33297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- </a:t>
              </a:r>
              <a:r>
                <a:rPr lang="ko-KR" altLang="ko-KR" sz="2000" dirty="0"/>
                <a:t>Data-</a:t>
              </a:r>
              <a:r>
                <a:rPr lang="ko-KR" altLang="ko-KR" sz="2000" dirty="0" err="1"/>
                <a:t>Hungry</a:t>
              </a:r>
              <a:r>
                <a:rPr lang="ko-KR" altLang="ko-KR" sz="2000" dirty="0"/>
                <a:t> (1M+ </a:t>
              </a:r>
              <a:r>
                <a:rPr lang="ko-KR" altLang="ko-KR" sz="2000" dirty="0" err="1"/>
                <a:t>images</a:t>
              </a:r>
              <a:r>
                <a:rPr lang="ko-KR" altLang="ko-KR" sz="2000" dirty="0"/>
                <a:t>)</a:t>
              </a:r>
              <a:endParaRPr lang="en-US" altLang="ko-KR" sz="2000" dirty="0"/>
            </a:p>
            <a:p>
              <a:r>
                <a:rPr lang="en-US" altLang="ko-KR" sz="2000" dirty="0"/>
                <a:t>- </a:t>
              </a:r>
              <a:r>
                <a:rPr lang="ko-KR" altLang="ko-KR" sz="2000" dirty="0" err="1"/>
                <a:t>Lacks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Inductive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Bias</a:t>
              </a:r>
              <a:endParaRPr lang="en-US" altLang="ko-KR" sz="2000" dirty="0"/>
            </a:p>
            <a:p>
              <a:r>
                <a:rPr lang="en-US" altLang="ko-KR" sz="2000" dirty="0"/>
                <a:t>- </a:t>
              </a:r>
              <a:r>
                <a:rPr lang="ko-KR" altLang="ko-KR" sz="2000" dirty="0" err="1"/>
                <a:t>High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Computational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Cost</a:t>
              </a:r>
              <a:endParaRPr lang="en-US" altLang="ko-KR" sz="20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5A5AE04-F38A-FA67-D846-665D4D3027F6}"/>
              </a:ext>
            </a:extLst>
          </p:cNvPr>
          <p:cNvGrpSpPr/>
          <p:nvPr/>
        </p:nvGrpSpPr>
        <p:grpSpPr>
          <a:xfrm>
            <a:off x="3298166" y="4540079"/>
            <a:ext cx="4948328" cy="1015663"/>
            <a:chOff x="497455" y="970737"/>
            <a:chExt cx="4948328" cy="101566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8C98120-BBC6-D8F8-5C6B-49E2BBD7C3E2}"/>
                </a:ext>
              </a:extLst>
            </p:cNvPr>
            <p:cNvSpPr txBox="1"/>
            <p:nvPr/>
          </p:nvSpPr>
          <p:spPr>
            <a:xfrm>
              <a:off x="497455" y="1030306"/>
              <a:ext cx="15728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Deep</a:t>
              </a:r>
            </a:p>
            <a:p>
              <a:pPr algn="ctr"/>
              <a:r>
                <a:rPr lang="en-US" altLang="ko-KR" sz="2000" dirty="0" err="1"/>
                <a:t>ResNet</a:t>
              </a:r>
              <a:endParaRPr lang="ko-KR" altLang="en-US" sz="2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8F1827-07E6-89D7-5CDB-AF2F80A59A3C}"/>
                </a:ext>
              </a:extLst>
            </p:cNvPr>
            <p:cNvSpPr txBox="1"/>
            <p:nvPr/>
          </p:nvSpPr>
          <p:spPr>
            <a:xfrm>
              <a:off x="2115986" y="970737"/>
              <a:ext cx="33297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- </a:t>
              </a:r>
              <a:r>
                <a:rPr lang="ko-KR" altLang="ko-KR" sz="2000" dirty="0" err="1"/>
                <a:t>Risk</a:t>
              </a:r>
              <a:r>
                <a:rPr lang="ko-KR" altLang="ko-KR" sz="2000" dirty="0"/>
                <a:t> of </a:t>
              </a:r>
              <a:r>
                <a:rPr lang="ko-KR" altLang="ko-KR" sz="2000" dirty="0" err="1"/>
                <a:t>Overfitting</a:t>
              </a:r>
              <a:endParaRPr lang="en-US" altLang="ko-KR" sz="2000" dirty="0"/>
            </a:p>
            <a:p>
              <a:r>
                <a:rPr lang="en-US" altLang="ko-KR" sz="2000" dirty="0"/>
                <a:t>- </a:t>
              </a:r>
              <a:r>
                <a:rPr lang="ko-KR" altLang="ko-KR" sz="2000" dirty="0" err="1"/>
                <a:t>Fine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Texture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Loss</a:t>
              </a:r>
              <a:endParaRPr lang="en-US" altLang="ko-KR" sz="2000" dirty="0"/>
            </a:p>
            <a:p>
              <a:r>
                <a:rPr lang="en-US" altLang="ko-KR" sz="2000" dirty="0"/>
                <a:t>- </a:t>
              </a:r>
              <a:r>
                <a:rPr lang="ko-KR" altLang="ko-KR" sz="2000" dirty="0" err="1"/>
                <a:t>High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Model</a:t>
              </a:r>
              <a:r>
                <a:rPr lang="ko-KR" altLang="ko-KR" sz="2000" dirty="0"/>
                <a:t> </a:t>
              </a:r>
              <a:r>
                <a:rPr lang="ko-KR" altLang="ko-KR" sz="2000" dirty="0" err="1"/>
                <a:t>Complexity</a:t>
              </a:r>
              <a:endParaRPr lang="en-US" altLang="ko-KR" sz="20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5DAB5C8-C87F-DF09-8E88-4BC1B31348B9}"/>
              </a:ext>
            </a:extLst>
          </p:cNvPr>
          <p:cNvSpPr txBox="1"/>
          <p:nvPr/>
        </p:nvSpPr>
        <p:spPr>
          <a:xfrm>
            <a:off x="1736786" y="3063422"/>
            <a:ext cx="1346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Transform Based</a:t>
            </a:r>
            <a:endParaRPr lang="ko-KR" altLang="en-US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1AB165-2AB1-D92F-D375-B29EE00BE1A8}"/>
              </a:ext>
            </a:extLst>
          </p:cNvPr>
          <p:cNvSpPr txBox="1"/>
          <p:nvPr/>
        </p:nvSpPr>
        <p:spPr>
          <a:xfrm>
            <a:off x="1736786" y="4693966"/>
            <a:ext cx="1346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Residual Based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71861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Appendix – Information Lost in FCGR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4E7B2C-2A57-8F90-651F-AC09BC35710A}"/>
                  </a:ext>
                </a:extLst>
              </p:cNvPr>
              <p:cNvSpPr txBox="1"/>
              <p:nvPr/>
            </p:nvSpPr>
            <p:spPr>
              <a:xfrm>
                <a:off x="1869057" y="1242204"/>
                <a:ext cx="7717766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Q: 1D sequence </a:t>
                </a:r>
                <a:r>
                  <a:rPr lang="ko-KR" altLang="ko-KR" sz="2400" dirty="0"/>
                  <a:t>→</a:t>
                </a:r>
                <a:r>
                  <a:rPr lang="en-US" altLang="ko-KR" sz="2400" dirty="0"/>
                  <a:t> k-</a:t>
                </a:r>
                <a:r>
                  <a:rPr lang="en-US" altLang="ko-KR" sz="2400" dirty="0" err="1"/>
                  <a:t>mer</a:t>
                </a:r>
                <a:r>
                  <a:rPr lang="en-US" altLang="ko-KR" sz="2400" dirty="0"/>
                  <a:t> frequency image,</a:t>
                </a:r>
              </a:p>
              <a:p>
                <a:r>
                  <a:rPr lang="en-US" altLang="ko-KR" sz="2400" dirty="0"/>
                  <a:t>     how about </a:t>
                </a:r>
                <a:r>
                  <a:rPr lang="en-US" altLang="ko-KR" sz="2400" b="1" dirty="0"/>
                  <a:t>position</a:t>
                </a:r>
                <a:r>
                  <a:rPr lang="en-US" altLang="ko-KR" sz="2400" dirty="0"/>
                  <a:t> information?</a:t>
                </a:r>
              </a:p>
              <a:p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A: </a:t>
                </a:r>
                <a:r>
                  <a:rPr lang="ko-KR" altLang="ko-KR" sz="2400" dirty="0" err="1"/>
                  <a:t>Loss</a:t>
                </a:r>
                <a:r>
                  <a:rPr lang="ko-KR" altLang="ko-KR" sz="2400" dirty="0"/>
                  <a:t> of </a:t>
                </a:r>
                <a:r>
                  <a:rPr lang="ko-KR" altLang="ko-KR" sz="2400" dirty="0" err="1"/>
                  <a:t>absolute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position</a:t>
                </a:r>
                <a:r>
                  <a:rPr lang="ko-KR" altLang="ko-KR" sz="2400" dirty="0"/>
                  <a:t> and </a:t>
                </a:r>
                <a:r>
                  <a:rPr lang="ko-KR" altLang="ko-KR" sz="2400" dirty="0" err="1"/>
                  <a:t>long-range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order</a:t>
                </a:r>
                <a:r>
                  <a:rPr lang="ko-KR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    </a:t>
                </a:r>
                <a:r>
                  <a:rPr lang="ko-KR" altLang="ko-KR" sz="2400" dirty="0" err="1"/>
                  <a:t>Position</a:t>
                </a:r>
                <a:r>
                  <a:rPr lang="ko-KR" altLang="ko-KR" sz="2400" dirty="0"/>
                  <a:t> = </a:t>
                </a:r>
                <a:r>
                  <a:rPr lang="ko-KR" altLang="ko-KR" sz="2400" dirty="0" err="1"/>
                  <a:t>Noise</a:t>
                </a:r>
                <a:endParaRPr lang="en-US" altLang="ko-KR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    </a:t>
                </a:r>
                <a:r>
                  <a:rPr lang="ko-KR" altLang="ko-KR" sz="2400" dirty="0" err="1"/>
                  <a:t>Visually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preserves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the</a:t>
                </a:r>
                <a:r>
                  <a:rPr lang="ko-KR" altLang="ko-KR" sz="2400" dirty="0"/>
                  <a:t> Global </a:t>
                </a:r>
                <a:r>
                  <a:rPr lang="ko-KR" altLang="ko-KR" sz="2400" dirty="0" err="1"/>
                  <a:t>Frequency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Signature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regardless</a:t>
                </a:r>
                <a:r>
                  <a:rPr lang="ko-KR" altLang="ko-KR" sz="2400" dirty="0"/>
                  <a:t> of </a:t>
                </a:r>
                <a:r>
                  <a:rPr lang="ko-KR" altLang="ko-KR" sz="2400" dirty="0" err="1"/>
                  <a:t>local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sequence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shifts</a:t>
                </a:r>
                <a:r>
                  <a:rPr lang="ko-KR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ko-KR" altLang="ko-KR" sz="2400" dirty="0" err="1"/>
                  <a:t>Loss</a:t>
                </a:r>
                <a:r>
                  <a:rPr lang="ko-KR" altLang="ko-KR" sz="2400" dirty="0"/>
                  <a:t> of </a:t>
                </a:r>
                <a:r>
                  <a:rPr lang="ko-KR" altLang="ko-KR" sz="2400" dirty="0" err="1"/>
                  <a:t>positional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data</a:t>
                </a:r>
                <a:r>
                  <a:rPr lang="ko-KR" altLang="ko-KR" sz="2400" dirty="0"/>
                  <a:t> → </a:t>
                </a:r>
                <a:r>
                  <a:rPr lang="ko-KR" altLang="ko-KR" sz="2400" dirty="0" err="1"/>
                  <a:t>Increased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Robustness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for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viral</a:t>
                </a:r>
                <a:r>
                  <a:rPr lang="ko-KR" altLang="ko-KR" sz="2400" dirty="0"/>
                  <a:t> </a:t>
                </a:r>
                <a:r>
                  <a:rPr lang="ko-KR" altLang="ko-KR" sz="2400" dirty="0" err="1"/>
                  <a:t>subtyping</a:t>
                </a:r>
                <a:r>
                  <a:rPr lang="ko-KR" altLang="ko-KR" sz="2400" dirty="0"/>
                  <a:t>.</a:t>
                </a:r>
              </a:p>
              <a:p>
                <a:r>
                  <a:rPr lang="en-US" altLang="ko-KR" sz="2400" dirty="0"/>
                  <a:t> 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4E7B2C-2A57-8F90-651F-AC09BC357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57" y="1242204"/>
                <a:ext cx="7717766" cy="4893647"/>
              </a:xfrm>
              <a:prstGeom prst="rect">
                <a:avLst/>
              </a:prstGeom>
              <a:blipFill>
                <a:blip r:embed="rId3"/>
                <a:stretch>
                  <a:fillRect l="-1264" t="-9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362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r>
              <a:rPr lang="en-US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Appendix – Inserted Result Visualization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494B1-CCF0-74B7-BD4B-FF32DB1B9B42}"/>
              </a:ext>
            </a:extLst>
          </p:cNvPr>
          <p:cNvSpPr txBox="1"/>
          <p:nvPr/>
        </p:nvSpPr>
        <p:spPr>
          <a:xfrm>
            <a:off x="3450567" y="15412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899A8-7ED8-4A1C-003F-AF5DA2F1BBAF}"/>
              </a:ext>
            </a:extLst>
          </p:cNvPr>
          <p:cNvSpPr txBox="1"/>
          <p:nvPr/>
        </p:nvSpPr>
        <p:spPr>
          <a:xfrm>
            <a:off x="1738582" y="713118"/>
            <a:ext cx="731915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# --- </a:t>
            </a:r>
            <a:r>
              <a:rPr lang="en-US" altLang="ko-KR" sz="1100" dirty="0" err="1"/>
              <a:t>Comparsion</a:t>
            </a:r>
            <a:r>
              <a:rPr lang="en-US" altLang="ko-KR" sz="1100" dirty="0"/>
              <a:t> between mutations and image restoring </a:t>
            </a:r>
            <a:r>
              <a:rPr lang="ko-KR" altLang="ko-KR" sz="1100" dirty="0"/>
              <a:t>---</a:t>
            </a:r>
            <a:br>
              <a:rPr lang="ko-KR" altLang="ko-KR" sz="1100" dirty="0"/>
            </a:br>
            <a:r>
              <a:rPr lang="ko-KR" altLang="ko-KR" sz="1100" dirty="0" err="1"/>
              <a:t>import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os</a:t>
            </a:r>
            <a:br>
              <a:rPr lang="ko-KR" altLang="ko-KR" sz="1100" dirty="0"/>
            </a:br>
            <a:r>
              <a:rPr lang="ko-KR" altLang="ko-KR" sz="1100" dirty="0" err="1"/>
              <a:t>import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matplotlib.pyplot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as</a:t>
            </a:r>
            <a:r>
              <a:rPr lang="ko-KR" altLang="ko-KR" sz="1100" dirty="0"/>
              <a:t> </a:t>
            </a:r>
            <a:r>
              <a:rPr lang="ko-KR" altLang="ko-KR" sz="1100" dirty="0" err="1"/>
              <a:t>plt</a:t>
            </a:r>
            <a:br>
              <a:rPr lang="ko-KR" altLang="ko-KR" sz="1100" dirty="0"/>
            </a:br>
            <a:r>
              <a:rPr lang="ko-KR" altLang="ko-KR" sz="1100" dirty="0" err="1"/>
              <a:t>import</a:t>
            </a:r>
            <a:r>
              <a:rPr lang="ko-KR" altLang="ko-KR" sz="1100" dirty="0"/>
              <a:t> </a:t>
            </a:r>
            <a:r>
              <a:rPr lang="ko-KR" altLang="ko-KR" sz="1100" dirty="0" err="1"/>
              <a:t>numpy</a:t>
            </a:r>
            <a:r>
              <a:rPr lang="ko-KR" altLang="ko-KR" sz="1100" dirty="0"/>
              <a:t> </a:t>
            </a:r>
            <a:r>
              <a:rPr lang="ko-KR" altLang="ko-KR" sz="1100" dirty="0" err="1"/>
              <a:t>as</a:t>
            </a:r>
            <a:r>
              <a:rPr lang="ko-KR" altLang="ko-KR" sz="1100" dirty="0"/>
              <a:t> </a:t>
            </a:r>
            <a:r>
              <a:rPr lang="ko-KR" altLang="ko-KR" sz="1100" dirty="0" err="1"/>
              <a:t>np</a:t>
            </a:r>
            <a:r>
              <a:rPr lang="ko-KR" altLang="ko-KR" sz="1100" dirty="0"/>
              <a:t>  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 err="1"/>
              <a:t>os.makedirs</a:t>
            </a:r>
            <a:r>
              <a:rPr lang="ko-KR" altLang="ko-KR" sz="1100" dirty="0"/>
              <a:t>('</a:t>
            </a:r>
            <a:r>
              <a:rPr lang="ko-KR" altLang="ko-KR" sz="1100" dirty="0" err="1"/>
              <a:t>mutation_pairs</a:t>
            </a:r>
            <a:r>
              <a:rPr lang="ko-KR" altLang="ko-KR" sz="1100" dirty="0"/>
              <a:t>', </a:t>
            </a:r>
            <a:r>
              <a:rPr lang="ko-KR" altLang="ko-KR" sz="1100" dirty="0" err="1"/>
              <a:t>exist_ok</a:t>
            </a:r>
            <a:r>
              <a:rPr lang="ko-KR" altLang="ko-KR" sz="1100" dirty="0"/>
              <a:t>=</a:t>
            </a:r>
            <a:r>
              <a:rPr lang="ko-KR" altLang="ko-KR" sz="1100" dirty="0" err="1"/>
              <a:t>True</a:t>
            </a:r>
            <a:r>
              <a:rPr lang="ko-KR" altLang="ko-KR" sz="1100" dirty="0"/>
              <a:t>)</a:t>
            </a:r>
            <a:br>
              <a:rPr lang="ko-KR" altLang="ko-KR" sz="1100" dirty="0"/>
            </a:br>
            <a:r>
              <a:rPr lang="ko-KR" altLang="ko-KR" sz="1100" dirty="0" err="1"/>
              <a:t>print</a:t>
            </a:r>
            <a:r>
              <a:rPr lang="ko-KR" altLang="ko-KR" sz="1100" dirty="0"/>
              <a:t>("</a:t>
            </a:r>
            <a:r>
              <a:rPr lang="ko-KR" altLang="ko-KR" sz="1100" dirty="0" err="1"/>
              <a:t>Saving</a:t>
            </a:r>
            <a:r>
              <a:rPr lang="ko-KR" altLang="ko-KR" sz="1100" dirty="0"/>
              <a:t> </a:t>
            </a:r>
            <a:r>
              <a:rPr lang="ko-KR" altLang="ko-KR" sz="1100" dirty="0" err="1"/>
              <a:t>Augmented</a:t>
            </a:r>
            <a:r>
              <a:rPr lang="ko-KR" altLang="ko-KR" sz="1100" dirty="0"/>
              <a:t> CGR </a:t>
            </a:r>
            <a:r>
              <a:rPr lang="ko-KR" altLang="ko-KR" sz="1100" dirty="0" err="1"/>
              <a:t>mutation</a:t>
            </a:r>
            <a:r>
              <a:rPr lang="ko-KR" altLang="ko-KR" sz="1100" dirty="0"/>
              <a:t> </a:t>
            </a:r>
            <a:r>
              <a:rPr lang="ko-KR" altLang="ko-KR" sz="1100" dirty="0" err="1"/>
              <a:t>pairs</a:t>
            </a:r>
            <a:r>
              <a:rPr lang="ko-KR" altLang="ko-KR" sz="1100" dirty="0"/>
              <a:t> </a:t>
            </a:r>
            <a:r>
              <a:rPr lang="ko-KR" altLang="ko-KR" sz="1100" dirty="0" err="1"/>
              <a:t>with</a:t>
            </a:r>
            <a:r>
              <a:rPr lang="ko-KR" altLang="ko-KR" sz="1100" dirty="0"/>
              <a:t> </a:t>
            </a:r>
            <a:r>
              <a:rPr lang="ko-KR" altLang="ko-KR" sz="1100" dirty="0" err="1"/>
              <a:t>Diff</a:t>
            </a:r>
            <a:r>
              <a:rPr lang="ko-KR" altLang="ko-KR" sz="1100" dirty="0"/>
              <a:t> </a:t>
            </a:r>
            <a:r>
              <a:rPr lang="ko-KR" altLang="ko-KR" sz="1100" dirty="0" err="1"/>
              <a:t>map</a:t>
            </a:r>
            <a:r>
              <a:rPr lang="ko-KR" altLang="ko-KR" sz="1100" dirty="0"/>
              <a:t>...")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 err="1"/>
              <a:t>for</a:t>
            </a:r>
            <a:r>
              <a:rPr lang="ko-KR" altLang="ko-KR" sz="1100" dirty="0"/>
              <a:t> </a:t>
            </a:r>
            <a:r>
              <a:rPr lang="ko-KR" altLang="ko-KR" sz="1100" dirty="0" err="1"/>
              <a:t>i</a:t>
            </a:r>
            <a:r>
              <a:rPr lang="ko-KR" altLang="ko-KR" sz="1100" dirty="0"/>
              <a:t> </a:t>
            </a:r>
            <a:r>
              <a:rPr lang="ko-KR" altLang="ko-KR" sz="1100" dirty="0" err="1"/>
              <a:t>in</a:t>
            </a:r>
            <a:r>
              <a:rPr lang="ko-KR" altLang="ko-KR" sz="1100" dirty="0"/>
              <a:t> </a:t>
            </a:r>
            <a:r>
              <a:rPr lang="ko-KR" altLang="ko-KR" sz="1100" dirty="0" err="1"/>
              <a:t>range</a:t>
            </a:r>
            <a:r>
              <a:rPr lang="ko-KR" altLang="ko-KR" sz="1100" dirty="0"/>
              <a:t>(3):</a:t>
            </a:r>
            <a:br>
              <a:rPr lang="ko-KR" altLang="ko-KR" sz="1100" dirty="0"/>
            </a:br>
            <a:r>
              <a:rPr lang="ko-KR" altLang="ko-KR" sz="1100" dirty="0"/>
              <a:t>    #</a:t>
            </a:r>
            <a:r>
              <a:rPr lang="en-US" altLang="ko-KR" sz="1100" dirty="0"/>
              <a:t> 3 blocks Graph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fig</a:t>
            </a:r>
            <a:r>
              <a:rPr lang="ko-KR" altLang="ko-KR" sz="1100" dirty="0"/>
              <a:t>,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 = </a:t>
            </a:r>
            <a:r>
              <a:rPr lang="ko-KR" altLang="ko-KR" sz="1100" dirty="0" err="1"/>
              <a:t>plt.subplots</a:t>
            </a:r>
            <a:r>
              <a:rPr lang="ko-KR" altLang="ko-KR" sz="1100" dirty="0"/>
              <a:t>(1, 3, </a:t>
            </a:r>
            <a:r>
              <a:rPr lang="ko-KR" altLang="ko-KR" sz="1100" dirty="0" err="1"/>
              <a:t>figsize</a:t>
            </a:r>
            <a:r>
              <a:rPr lang="ko-KR" altLang="ko-KR" sz="1100" dirty="0"/>
              <a:t>=(15, 5))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label_name</a:t>
            </a:r>
            <a:r>
              <a:rPr lang="ko-KR" altLang="ko-KR" sz="1100" dirty="0"/>
              <a:t> = </a:t>
            </a:r>
            <a:r>
              <a:rPr lang="ko-KR" altLang="ko-KR" sz="1100" dirty="0" err="1"/>
              <a:t>class_names</a:t>
            </a:r>
            <a:r>
              <a:rPr lang="ko-KR" altLang="ko-KR" sz="1100" dirty="0"/>
              <a:t>[</a:t>
            </a:r>
            <a:r>
              <a:rPr lang="ko-KR" altLang="ko-KR" sz="1100" dirty="0" err="1"/>
              <a:t>y_test</a:t>
            </a:r>
            <a:r>
              <a:rPr lang="ko-KR" altLang="ko-KR" sz="1100" dirty="0"/>
              <a:t>[</a:t>
            </a:r>
            <a:r>
              <a:rPr lang="ko-KR" altLang="ko-KR" sz="1100" dirty="0" err="1"/>
              <a:t>i</a:t>
            </a:r>
            <a:r>
              <a:rPr lang="ko-KR" altLang="ko-KR" sz="1100" dirty="0"/>
              <a:t>]]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img_weak</a:t>
            </a:r>
            <a:r>
              <a:rPr lang="ko-KR" altLang="ko-KR" sz="1100" dirty="0"/>
              <a:t> = </a:t>
            </a:r>
            <a:r>
              <a:rPr lang="ko-KR" altLang="ko-KR" sz="1100" dirty="0" err="1"/>
              <a:t>X_train</a:t>
            </a:r>
            <a:r>
              <a:rPr lang="ko-KR" altLang="ko-KR" sz="1100" dirty="0"/>
              <a:t>[</a:t>
            </a:r>
            <a:r>
              <a:rPr lang="ko-KR" altLang="ko-KR" sz="1100" dirty="0" err="1"/>
              <a:t>i</a:t>
            </a:r>
            <a:r>
              <a:rPr lang="ko-KR" altLang="ko-KR" sz="1100" dirty="0"/>
              <a:t>][0]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img_strong</a:t>
            </a:r>
            <a:r>
              <a:rPr lang="ko-KR" altLang="ko-KR" sz="1100" dirty="0"/>
              <a:t> = </a:t>
            </a:r>
            <a:r>
              <a:rPr lang="ko-KR" altLang="ko-KR" sz="1100" dirty="0" err="1"/>
              <a:t>X_train</a:t>
            </a:r>
            <a:r>
              <a:rPr lang="ko-KR" altLang="ko-KR" sz="1100" dirty="0"/>
              <a:t>[</a:t>
            </a:r>
            <a:r>
              <a:rPr lang="ko-KR" altLang="ko-KR" sz="1100" dirty="0" err="1"/>
              <a:t>i</a:t>
            </a:r>
            <a:r>
              <a:rPr lang="ko-KR" altLang="ko-KR" sz="1100" dirty="0"/>
              <a:t>][1]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/>
              <a:t>    # 1. </a:t>
            </a:r>
            <a:r>
              <a:rPr lang="en-US" altLang="ko-KR" sz="1100" dirty="0"/>
              <a:t>Left Figure</a:t>
            </a:r>
            <a:r>
              <a:rPr lang="ko-KR" altLang="ko-KR" sz="1100" dirty="0"/>
              <a:t>: </a:t>
            </a:r>
            <a:r>
              <a:rPr lang="ko-KR" altLang="ko-KR" sz="1100" dirty="0" err="1"/>
              <a:t>Weak</a:t>
            </a:r>
            <a:r>
              <a:rPr lang="ko-KR" altLang="ko-KR" sz="1100" dirty="0"/>
              <a:t>/</a:t>
            </a:r>
            <a:r>
              <a:rPr lang="ko-KR" altLang="ko-KR" sz="1100" dirty="0" err="1"/>
              <a:t>Original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[0].</a:t>
            </a:r>
            <a:r>
              <a:rPr lang="ko-KR" altLang="ko-KR" sz="1100" dirty="0" err="1"/>
              <a:t>imshow</a:t>
            </a:r>
            <a:r>
              <a:rPr lang="ko-KR" altLang="ko-KR" sz="1100" dirty="0"/>
              <a:t>(</a:t>
            </a:r>
            <a:r>
              <a:rPr lang="ko-KR" altLang="ko-KR" sz="1100" dirty="0" err="1"/>
              <a:t>img_weak</a:t>
            </a:r>
            <a:r>
              <a:rPr lang="ko-KR" altLang="ko-KR" sz="1100" dirty="0"/>
              <a:t>, </a:t>
            </a:r>
            <a:r>
              <a:rPr lang="ko-KR" altLang="ko-KR" sz="1100" dirty="0" err="1"/>
              <a:t>cmap</a:t>
            </a:r>
            <a:r>
              <a:rPr lang="ko-KR" altLang="ko-KR" sz="1100" dirty="0"/>
              <a:t>='</a:t>
            </a:r>
            <a:r>
              <a:rPr lang="ko-KR" altLang="ko-KR" sz="1100" dirty="0" err="1"/>
              <a:t>gray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[0].</a:t>
            </a:r>
            <a:r>
              <a:rPr lang="ko-KR" altLang="ko-KR" sz="1100" dirty="0" err="1"/>
              <a:t>set_title</a:t>
            </a:r>
            <a:r>
              <a:rPr lang="ko-KR" altLang="ko-KR" sz="1100" dirty="0"/>
              <a:t>(</a:t>
            </a:r>
            <a:r>
              <a:rPr lang="ko-KR" altLang="ko-KR" sz="1100" dirty="0" err="1"/>
              <a:t>f"Weak</a:t>
            </a:r>
            <a:r>
              <a:rPr lang="ko-KR" altLang="ko-KR" sz="1100" dirty="0"/>
              <a:t>/</a:t>
            </a:r>
            <a:r>
              <a:rPr lang="ko-KR" altLang="ko-KR" sz="1100" dirty="0" err="1"/>
              <a:t>Original</a:t>
            </a:r>
            <a:r>
              <a:rPr lang="ko-KR" altLang="ko-KR" sz="1100" dirty="0"/>
              <a:t>\</a:t>
            </a:r>
            <a:r>
              <a:rPr lang="ko-KR" altLang="ko-KR" sz="1100" dirty="0" err="1"/>
              <a:t>n</a:t>
            </a:r>
            <a:r>
              <a:rPr lang="ko-KR" altLang="ko-KR" sz="1100" dirty="0"/>
              <a:t>({</a:t>
            </a:r>
            <a:r>
              <a:rPr lang="ko-KR" altLang="ko-KR" sz="1100" dirty="0" err="1"/>
              <a:t>label_name</a:t>
            </a:r>
            <a:r>
              <a:rPr lang="ko-KR" altLang="ko-KR" sz="1100" dirty="0"/>
              <a:t>})")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[0].</a:t>
            </a:r>
            <a:r>
              <a:rPr lang="ko-KR" altLang="ko-KR" sz="1100" dirty="0" err="1"/>
              <a:t>axis</a:t>
            </a:r>
            <a:r>
              <a:rPr lang="ko-KR" altLang="ko-KR" sz="1100" dirty="0"/>
              <a:t>('</a:t>
            </a:r>
            <a:r>
              <a:rPr lang="ko-KR" altLang="ko-KR" sz="1100" dirty="0" err="1"/>
              <a:t>off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/>
              <a:t>    # 2. </a:t>
            </a:r>
            <a:r>
              <a:rPr lang="en-US" altLang="ko-KR" sz="1100" dirty="0"/>
              <a:t>Middle Figure</a:t>
            </a:r>
            <a:r>
              <a:rPr lang="ko-KR" altLang="ko-KR" sz="1100" dirty="0"/>
              <a:t>: </a:t>
            </a:r>
            <a:r>
              <a:rPr lang="ko-KR" altLang="ko-KR" sz="1100" dirty="0" err="1"/>
              <a:t>Strong</a:t>
            </a:r>
            <a:r>
              <a:rPr lang="ko-KR" altLang="ko-KR" sz="1100" dirty="0"/>
              <a:t> </a:t>
            </a:r>
            <a:r>
              <a:rPr lang="ko-KR" altLang="ko-KR" sz="1100" dirty="0" err="1"/>
              <a:t>Mutation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[1].</a:t>
            </a:r>
            <a:r>
              <a:rPr lang="ko-KR" altLang="ko-KR" sz="1100" dirty="0" err="1"/>
              <a:t>imshow</a:t>
            </a:r>
            <a:r>
              <a:rPr lang="ko-KR" altLang="ko-KR" sz="1100" dirty="0"/>
              <a:t>(</a:t>
            </a:r>
            <a:r>
              <a:rPr lang="ko-KR" altLang="ko-KR" sz="1100" dirty="0" err="1"/>
              <a:t>img_strong</a:t>
            </a:r>
            <a:r>
              <a:rPr lang="ko-KR" altLang="ko-KR" sz="1100" dirty="0"/>
              <a:t>, </a:t>
            </a:r>
            <a:r>
              <a:rPr lang="ko-KR" altLang="ko-KR" sz="1100" dirty="0" err="1"/>
              <a:t>cmap</a:t>
            </a:r>
            <a:r>
              <a:rPr lang="ko-KR" altLang="ko-KR" sz="1100" dirty="0"/>
              <a:t>='</a:t>
            </a:r>
            <a:r>
              <a:rPr lang="ko-KR" altLang="ko-KR" sz="1100" dirty="0" err="1"/>
              <a:t>gray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[1].</a:t>
            </a:r>
            <a:r>
              <a:rPr lang="ko-KR" altLang="ko-KR" sz="1100" dirty="0" err="1"/>
              <a:t>set_title</a:t>
            </a:r>
            <a:r>
              <a:rPr lang="ko-KR" altLang="ko-KR" sz="1100" dirty="0"/>
              <a:t>(</a:t>
            </a:r>
            <a:r>
              <a:rPr lang="ko-KR" altLang="ko-KR" sz="1100" dirty="0" err="1"/>
              <a:t>f"Strong</a:t>
            </a:r>
            <a:r>
              <a:rPr lang="ko-KR" altLang="ko-KR" sz="1100" dirty="0"/>
              <a:t> </a:t>
            </a:r>
            <a:r>
              <a:rPr lang="ko-KR" altLang="ko-KR" sz="1100" dirty="0" err="1"/>
              <a:t>Mutation</a:t>
            </a:r>
            <a:r>
              <a:rPr lang="ko-KR" altLang="ko-KR" sz="1100" dirty="0"/>
              <a:t>\</a:t>
            </a:r>
            <a:r>
              <a:rPr lang="ko-KR" altLang="ko-KR" sz="1100" dirty="0" err="1"/>
              <a:t>n</a:t>
            </a:r>
            <a:r>
              <a:rPr lang="ko-KR" altLang="ko-KR" sz="1100" dirty="0"/>
              <a:t>({</a:t>
            </a:r>
            <a:r>
              <a:rPr lang="ko-KR" altLang="ko-KR" sz="1100" dirty="0" err="1"/>
              <a:t>label_name</a:t>
            </a:r>
            <a:r>
              <a:rPr lang="ko-KR" altLang="ko-KR" sz="1100" dirty="0"/>
              <a:t>})")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[1].</a:t>
            </a:r>
            <a:r>
              <a:rPr lang="ko-KR" altLang="ko-KR" sz="1100" dirty="0" err="1"/>
              <a:t>axis</a:t>
            </a:r>
            <a:r>
              <a:rPr lang="ko-KR" altLang="ko-KR" sz="1100" dirty="0"/>
              <a:t>('</a:t>
            </a:r>
            <a:r>
              <a:rPr lang="ko-KR" altLang="ko-KR" sz="1100" dirty="0" err="1"/>
              <a:t>off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/>
              <a:t>    # 3. </a:t>
            </a:r>
            <a:r>
              <a:rPr lang="en-US" altLang="ko-KR" sz="1100" dirty="0"/>
              <a:t>Right Figure</a:t>
            </a:r>
            <a:r>
              <a:rPr lang="ko-KR" altLang="ko-KR" sz="1100" dirty="0"/>
              <a:t>: </a:t>
            </a:r>
            <a:r>
              <a:rPr lang="ko-KR" altLang="ko-KR" sz="1100" dirty="0" err="1"/>
              <a:t>Diff</a:t>
            </a:r>
            <a:r>
              <a:rPr lang="ko-KR" altLang="ko-KR" sz="1100" dirty="0"/>
              <a:t> </a:t>
            </a:r>
            <a:r>
              <a:rPr lang="en-US" altLang="ko-KR" sz="1100" dirty="0"/>
              <a:t>Image</a:t>
            </a:r>
            <a:r>
              <a:rPr lang="ko-KR" altLang="ko-KR" sz="1100" dirty="0"/>
              <a:t> (</a:t>
            </a:r>
            <a:r>
              <a:rPr lang="ko-KR" altLang="ko-KR" sz="1100" dirty="0" err="1"/>
              <a:t>Strong</a:t>
            </a:r>
            <a:r>
              <a:rPr lang="ko-KR" altLang="ko-KR" sz="1100" dirty="0"/>
              <a:t> - </a:t>
            </a:r>
            <a:r>
              <a:rPr lang="ko-KR" altLang="ko-KR" sz="1100" dirty="0" err="1"/>
              <a:t>Weak</a:t>
            </a:r>
            <a:r>
              <a:rPr lang="ko-KR" altLang="ko-KR" sz="1100" dirty="0"/>
              <a:t>)</a:t>
            </a:r>
            <a:br>
              <a:rPr lang="ko-KR" altLang="ko-KR" sz="1100" dirty="0"/>
            </a:br>
            <a:r>
              <a:rPr lang="ko-KR" altLang="ko-KR" sz="1100" dirty="0"/>
              <a:t>    # </a:t>
            </a:r>
            <a:r>
              <a:rPr lang="en-US" altLang="ko-KR" sz="1100" dirty="0"/>
              <a:t>Diff = 0; White</a:t>
            </a:r>
            <a:r>
              <a:rPr lang="ko-KR" altLang="ko-KR" sz="1100" dirty="0"/>
              <a:t>, </a:t>
            </a:r>
            <a:r>
              <a:rPr lang="en-US" altLang="ko-KR" sz="1100" dirty="0"/>
              <a:t>Diff increases +; Red</a:t>
            </a:r>
            <a:r>
              <a:rPr lang="ko-KR" altLang="ko-KR" sz="1100" dirty="0"/>
              <a:t>, </a:t>
            </a:r>
            <a:r>
              <a:rPr lang="en-US" altLang="ko-KR" sz="1100" dirty="0"/>
              <a:t>Diff decreases -; Blue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diff_img</a:t>
            </a:r>
            <a:r>
              <a:rPr lang="ko-KR" altLang="ko-KR" sz="1100" dirty="0"/>
              <a:t> = </a:t>
            </a:r>
            <a:r>
              <a:rPr lang="ko-KR" altLang="ko-KR" sz="1100" dirty="0" err="1"/>
              <a:t>img_strong</a:t>
            </a:r>
            <a:r>
              <a:rPr lang="ko-KR" altLang="ko-KR" sz="1100" dirty="0"/>
              <a:t> - </a:t>
            </a:r>
            <a:r>
              <a:rPr lang="ko-KR" altLang="ko-KR" sz="1100" dirty="0" err="1"/>
              <a:t>img_weak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[2].</a:t>
            </a:r>
            <a:r>
              <a:rPr lang="ko-KR" altLang="ko-KR" sz="1100" dirty="0" err="1"/>
              <a:t>imshow</a:t>
            </a:r>
            <a:r>
              <a:rPr lang="ko-KR" altLang="ko-KR" sz="1100" dirty="0"/>
              <a:t>(</a:t>
            </a:r>
            <a:r>
              <a:rPr lang="ko-KR" altLang="ko-KR" sz="1100" dirty="0" err="1"/>
              <a:t>diff_img</a:t>
            </a:r>
            <a:r>
              <a:rPr lang="ko-KR" altLang="ko-KR" sz="1100" dirty="0"/>
              <a:t>, </a:t>
            </a:r>
            <a:r>
              <a:rPr lang="ko-KR" altLang="ko-KR" sz="1100" dirty="0" err="1"/>
              <a:t>cmap</a:t>
            </a:r>
            <a:r>
              <a:rPr lang="ko-KR" altLang="ko-KR" sz="1100" dirty="0"/>
              <a:t>='</a:t>
            </a:r>
            <a:r>
              <a:rPr lang="ko-KR" altLang="ko-KR" sz="1100" dirty="0" err="1"/>
              <a:t>bwr</a:t>
            </a:r>
            <a:r>
              <a:rPr lang="ko-KR" altLang="ko-KR" sz="1100" dirty="0"/>
              <a:t>', </a:t>
            </a:r>
            <a:r>
              <a:rPr lang="ko-KR" altLang="ko-KR" sz="1100" dirty="0" err="1"/>
              <a:t>vmin</a:t>
            </a:r>
            <a:r>
              <a:rPr lang="ko-KR" altLang="ko-KR" sz="1100" dirty="0"/>
              <a:t>=-</a:t>
            </a:r>
            <a:r>
              <a:rPr lang="ko-KR" altLang="ko-KR" sz="1100" dirty="0" err="1"/>
              <a:t>np.max</a:t>
            </a:r>
            <a:r>
              <a:rPr lang="ko-KR" altLang="ko-KR" sz="1100" dirty="0"/>
              <a:t>(</a:t>
            </a:r>
            <a:r>
              <a:rPr lang="ko-KR" altLang="ko-KR" sz="1100" dirty="0" err="1"/>
              <a:t>np.abs</a:t>
            </a:r>
            <a:r>
              <a:rPr lang="ko-KR" altLang="ko-KR" sz="1100" dirty="0"/>
              <a:t>(</a:t>
            </a:r>
            <a:r>
              <a:rPr lang="ko-KR" altLang="ko-KR" sz="1100" dirty="0" err="1"/>
              <a:t>diff_img</a:t>
            </a:r>
            <a:r>
              <a:rPr lang="ko-KR" altLang="ko-KR" sz="1100" dirty="0"/>
              <a:t>)), </a:t>
            </a:r>
            <a:r>
              <a:rPr lang="ko-KR" altLang="ko-KR" sz="1100" dirty="0" err="1"/>
              <a:t>vmax</a:t>
            </a:r>
            <a:r>
              <a:rPr lang="ko-KR" altLang="ko-KR" sz="1100" dirty="0"/>
              <a:t>=</a:t>
            </a:r>
            <a:r>
              <a:rPr lang="ko-KR" altLang="ko-KR" sz="1100" dirty="0" err="1"/>
              <a:t>np.max</a:t>
            </a:r>
            <a:r>
              <a:rPr lang="ko-KR" altLang="ko-KR" sz="1100" dirty="0"/>
              <a:t>(</a:t>
            </a:r>
            <a:r>
              <a:rPr lang="ko-KR" altLang="ko-KR" sz="1100" dirty="0" err="1"/>
              <a:t>np.abs</a:t>
            </a:r>
            <a:r>
              <a:rPr lang="ko-KR" altLang="ko-KR" sz="1100" dirty="0"/>
              <a:t>(</a:t>
            </a:r>
            <a:r>
              <a:rPr lang="ko-KR" altLang="ko-KR" sz="1100" dirty="0" err="1"/>
              <a:t>diff_img</a:t>
            </a:r>
            <a:r>
              <a:rPr lang="ko-KR" altLang="ko-KR" sz="1100" dirty="0"/>
              <a:t>)))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[2].</a:t>
            </a:r>
            <a:r>
              <a:rPr lang="ko-KR" altLang="ko-KR" sz="1100" dirty="0" err="1"/>
              <a:t>set_title</a:t>
            </a:r>
            <a:r>
              <a:rPr lang="ko-KR" altLang="ko-KR" sz="1100" dirty="0"/>
              <a:t>("</a:t>
            </a:r>
            <a:r>
              <a:rPr lang="ko-KR" altLang="ko-KR" sz="1100" dirty="0" err="1"/>
              <a:t>Where</a:t>
            </a:r>
            <a:r>
              <a:rPr lang="ko-KR" altLang="ko-KR" sz="1100" dirty="0"/>
              <a:t> </a:t>
            </a:r>
            <a:r>
              <a:rPr lang="ko-KR" altLang="ko-KR" sz="1100" dirty="0" err="1"/>
              <a:t>is</a:t>
            </a:r>
            <a:r>
              <a:rPr lang="ko-KR" altLang="ko-KR" sz="1100" dirty="0"/>
              <a:t> </a:t>
            </a:r>
            <a:r>
              <a:rPr lang="ko-KR" altLang="ko-KR" sz="1100" dirty="0" err="1"/>
              <a:t>the</a:t>
            </a:r>
            <a:r>
              <a:rPr lang="ko-KR" altLang="ko-KR" sz="1100" dirty="0"/>
              <a:t> </a:t>
            </a:r>
            <a:r>
              <a:rPr lang="ko-KR" altLang="ko-KR" sz="1100" dirty="0" err="1"/>
              <a:t>Mutation</a:t>
            </a:r>
            <a:r>
              <a:rPr lang="ko-KR" altLang="ko-KR" sz="1100" dirty="0"/>
              <a:t>?\</a:t>
            </a:r>
            <a:r>
              <a:rPr lang="ko-KR" altLang="ko-KR" sz="1100" dirty="0" err="1"/>
              <a:t>n</a:t>
            </a:r>
            <a:r>
              <a:rPr lang="ko-KR" altLang="ko-KR" sz="1100" dirty="0"/>
              <a:t>(</a:t>
            </a:r>
            <a:r>
              <a:rPr lang="ko-KR" altLang="ko-KR" sz="1100" dirty="0" err="1"/>
              <a:t>Diff</a:t>
            </a:r>
            <a:r>
              <a:rPr lang="ko-KR" altLang="ko-KR" sz="1100" dirty="0"/>
              <a:t> </a:t>
            </a:r>
            <a:r>
              <a:rPr lang="ko-KR" altLang="ko-KR" sz="1100" dirty="0" err="1"/>
              <a:t>Heatmap</a:t>
            </a:r>
            <a:r>
              <a:rPr lang="ko-KR" altLang="ko-KR" sz="1100" dirty="0"/>
              <a:t>)")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axes</a:t>
            </a:r>
            <a:r>
              <a:rPr lang="ko-KR" altLang="ko-KR" sz="1100" dirty="0"/>
              <a:t>[2].</a:t>
            </a:r>
            <a:r>
              <a:rPr lang="ko-KR" altLang="ko-KR" sz="1100" dirty="0" err="1"/>
              <a:t>axis</a:t>
            </a:r>
            <a:r>
              <a:rPr lang="ko-KR" altLang="ko-KR" sz="1100" dirty="0"/>
              <a:t>('</a:t>
            </a:r>
            <a:r>
              <a:rPr lang="ko-KR" altLang="ko-KR" sz="1100" dirty="0" err="1"/>
              <a:t>off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plt.savefig</a:t>
            </a:r>
            <a:r>
              <a:rPr lang="ko-KR" altLang="ko-KR" sz="1100" dirty="0"/>
              <a:t>(</a:t>
            </a:r>
            <a:r>
              <a:rPr lang="ko-KR" altLang="ko-KR" sz="1100" dirty="0" err="1"/>
              <a:t>f"mutation_pairs</a:t>
            </a:r>
            <a:r>
              <a:rPr lang="ko-KR" altLang="ko-KR" sz="1100" dirty="0"/>
              <a:t>/</a:t>
            </a:r>
            <a:r>
              <a:rPr lang="ko-KR" altLang="ko-KR" sz="1100" dirty="0" err="1"/>
              <a:t>mutation_detail</a:t>
            </a:r>
            <a:r>
              <a:rPr lang="ko-KR" altLang="ko-KR" sz="1100" dirty="0"/>
              <a:t>_{</a:t>
            </a:r>
            <a:r>
              <a:rPr lang="ko-KR" altLang="ko-KR" sz="1100" dirty="0" err="1"/>
              <a:t>i</a:t>
            </a:r>
            <a:r>
              <a:rPr lang="ko-KR" altLang="ko-KR" sz="1100" dirty="0"/>
              <a:t>}.</a:t>
            </a:r>
            <a:r>
              <a:rPr lang="ko-KR" altLang="ko-KR" sz="1100" dirty="0" err="1"/>
              <a:t>png</a:t>
            </a:r>
            <a:r>
              <a:rPr lang="ko-KR" altLang="ko-KR" sz="1100" dirty="0"/>
              <a:t>", </a:t>
            </a:r>
            <a:r>
              <a:rPr lang="ko-KR" altLang="ko-KR" sz="1100" dirty="0" err="1"/>
              <a:t>bbox_inches</a:t>
            </a:r>
            <a:r>
              <a:rPr lang="ko-KR" altLang="ko-KR" sz="1100" dirty="0"/>
              <a:t>='</a:t>
            </a:r>
            <a:r>
              <a:rPr lang="ko-KR" altLang="ko-KR" sz="1100" dirty="0" err="1"/>
              <a:t>tight</a:t>
            </a:r>
            <a:r>
              <a:rPr lang="ko-KR" altLang="ko-KR" sz="1100" dirty="0"/>
              <a:t>')</a:t>
            </a:r>
            <a:br>
              <a:rPr lang="ko-KR" altLang="ko-KR" sz="1100" dirty="0"/>
            </a:br>
            <a:r>
              <a:rPr lang="ko-KR" altLang="ko-KR" sz="1100" dirty="0"/>
              <a:t>    </a:t>
            </a:r>
            <a:r>
              <a:rPr lang="ko-KR" altLang="ko-KR" sz="1100" dirty="0" err="1"/>
              <a:t>plt.close</a:t>
            </a:r>
            <a:r>
              <a:rPr lang="ko-KR" altLang="ko-KR" sz="1100" dirty="0"/>
              <a:t>()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536221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1672CB-8EDA-943D-BB1C-01276E5C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r>
              <a:rPr lang="en-US" dirty="0"/>
              <a:t>/30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EBD7C3-10AA-7641-FC14-F1F1A2FB81F3}"/>
              </a:ext>
            </a:extLst>
          </p:cNvPr>
          <p:cNvSpPr txBox="1">
            <a:spLocks/>
          </p:cNvSpPr>
          <p:nvPr/>
        </p:nvSpPr>
        <p:spPr>
          <a:xfrm>
            <a:off x="1524000" y="-104430"/>
            <a:ext cx="9316528" cy="1179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Appendix – TCL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494B1-CCF0-74B7-BD4B-FF32DB1B9B42}"/>
              </a:ext>
            </a:extLst>
          </p:cNvPr>
          <p:cNvSpPr txBox="1"/>
          <p:nvPr/>
        </p:nvSpPr>
        <p:spPr>
          <a:xfrm>
            <a:off x="3450567" y="15412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A428F-2F35-EB21-3FFA-76CC055FD856}"/>
              </a:ext>
            </a:extLst>
          </p:cNvPr>
          <p:cNvSpPr txBox="1"/>
          <p:nvPr/>
        </p:nvSpPr>
        <p:spPr>
          <a:xfrm>
            <a:off x="1843176" y="892444"/>
            <a:ext cx="7806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Source sequence (</a:t>
            </a:r>
            <a:r>
              <a:rPr lang="en-US" altLang="ko-KR" sz="2400" b="1" dirty="0"/>
              <a:t>A</a:t>
            </a:r>
            <a:r>
              <a:rPr lang="en-US" altLang="ko-KR" sz="2400" dirty="0"/>
              <a:t>) </a:t>
            </a:r>
          </a:p>
          <a:p>
            <a:pPr algn="ctr"/>
            <a:r>
              <a:rPr lang="ko-KR" altLang="ko-KR" sz="2400" dirty="0"/>
              <a:t>→</a:t>
            </a:r>
            <a:r>
              <a:rPr lang="en-US" altLang="ko-KR" sz="2400" dirty="0"/>
              <a:t> </a:t>
            </a:r>
            <a:r>
              <a:rPr lang="ko-KR" altLang="ko-KR" sz="2400" dirty="0" err="1"/>
              <a:t>Weak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Augmentation</a:t>
            </a:r>
            <a:r>
              <a:rPr lang="en-US" altLang="ko-KR" sz="2400" dirty="0"/>
              <a:t> (</a:t>
            </a:r>
            <a:r>
              <a:rPr lang="en-US" altLang="ko-KR" sz="2400" b="1" dirty="0"/>
              <a:t>a’</a:t>
            </a:r>
            <a:r>
              <a:rPr lang="en-US" altLang="ko-KR" sz="2400" dirty="0"/>
              <a:t>)</a:t>
            </a:r>
            <a:r>
              <a:rPr lang="ko-KR" altLang="ko-KR" sz="2400" dirty="0"/>
              <a:t> &amp; </a:t>
            </a:r>
            <a:r>
              <a:rPr lang="ko-KR" altLang="ko-KR" sz="2400" dirty="0" err="1"/>
              <a:t>Strong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Augmentation</a:t>
            </a:r>
            <a:r>
              <a:rPr lang="ko-KR" altLang="ko-KR" sz="2400" dirty="0"/>
              <a:t> (</a:t>
            </a:r>
            <a:r>
              <a:rPr lang="en-US" altLang="ko-KR" sz="2400" b="1" dirty="0"/>
              <a:t>A’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CB6FD3A-1374-EF75-E8C5-07D1BA418ABA}"/>
              </a:ext>
            </a:extLst>
          </p:cNvPr>
          <p:cNvCxnSpPr>
            <a:stCxn id="8" idx="2"/>
          </p:cNvCxnSpPr>
          <p:nvPr/>
        </p:nvCxnSpPr>
        <p:spPr>
          <a:xfrm flipH="1">
            <a:off x="4491487" y="1723441"/>
            <a:ext cx="1255142" cy="6344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DF58C3D-551F-597D-CF56-8C860B3FC19E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746629" y="1723441"/>
            <a:ext cx="1332782" cy="726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B6ADA4-B4B2-C798-3456-989DDAF9B456}"/>
              </a:ext>
            </a:extLst>
          </p:cNvPr>
          <p:cNvSpPr txBox="1"/>
          <p:nvPr/>
        </p:nvSpPr>
        <p:spPr>
          <a:xfrm>
            <a:off x="1755475" y="2372250"/>
            <a:ext cx="3991155" cy="1728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[ICH]</a:t>
            </a:r>
          </a:p>
          <a:p>
            <a:pPr algn="ctr">
              <a:lnSpc>
                <a:spcPct val="150000"/>
              </a:lnSpc>
            </a:pPr>
            <a:r>
              <a:rPr lang="ko-KR" altLang="ko-KR" sz="2000" b="1" dirty="0" err="1"/>
              <a:t>Instance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Identification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- </a:t>
            </a:r>
            <a:r>
              <a:rPr lang="ko-KR" altLang="ko-KR" sz="2000" dirty="0" err="1"/>
              <a:t>Verify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if</a:t>
            </a:r>
            <a:r>
              <a:rPr lang="en-US" altLang="ko-KR" sz="2000" dirty="0"/>
              <a:t> a’ and A’ originated from the same source A</a:t>
            </a:r>
            <a:endParaRPr lang="ko-KR" alt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0AB399-EACA-E777-C255-00B69D54C263}"/>
              </a:ext>
            </a:extLst>
          </p:cNvPr>
          <p:cNvSpPr txBox="1"/>
          <p:nvPr/>
        </p:nvSpPr>
        <p:spPr>
          <a:xfrm>
            <a:off x="6206704" y="2449904"/>
            <a:ext cx="4229822" cy="3574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[CCH]</a:t>
            </a:r>
          </a:p>
          <a:p>
            <a:pPr algn="ctr">
              <a:lnSpc>
                <a:spcPct val="150000"/>
              </a:lnSpc>
            </a:pPr>
            <a:r>
              <a:rPr lang="ko-KR" altLang="ko-KR" sz="2000" b="1" dirty="0" err="1"/>
              <a:t>Cluster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Alignment</a:t>
            </a:r>
            <a:r>
              <a:rPr lang="ko-KR" altLang="ko-KR" sz="2000" b="1" dirty="0"/>
              <a:t> </a:t>
            </a:r>
            <a:endParaRPr lang="en-US" altLang="ko-KR" sz="2000" b="1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ko-KR" sz="2000" dirty="0" err="1"/>
              <a:t>Match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cluster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probability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distributions</a:t>
            </a:r>
            <a:r>
              <a:rPr lang="ko-KR" altLang="ko-KR" sz="2000" dirty="0"/>
              <a:t> of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’ and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’.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ko-KR" sz="2000" dirty="0" err="1"/>
              <a:t>Normalize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probabilities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to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ko-KR" sz="2000" dirty="0" err="1"/>
              <a:t>prevent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trivial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solutions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collapse</a:t>
            </a:r>
            <a:r>
              <a:rPr lang="ko-KR" altLang="ko-KR" sz="2000" dirty="0"/>
              <a:t>).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-   Sharpen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boundaries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between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different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viral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subtypes</a:t>
            </a:r>
            <a:r>
              <a:rPr lang="ko-KR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830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2385</Words>
  <Application>Microsoft Office PowerPoint</Application>
  <PresentationFormat>와이드스크린</PresentationFormat>
  <Paragraphs>451</Paragraphs>
  <Slides>36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굴림</vt:lpstr>
      <vt:lpstr>맑은 고딕</vt:lpstr>
      <vt:lpstr>Aptos</vt:lpstr>
      <vt:lpstr>Aptos Display</vt:lpstr>
      <vt:lpstr>Arial</vt:lpstr>
      <vt:lpstr>Calibri</vt:lpstr>
      <vt:lpstr>Cambria Math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Seoyoung Moon</dc:creator>
  <cp:lastModifiedBy>Subin Hyun</cp:lastModifiedBy>
  <cp:revision>3</cp:revision>
  <dcterms:created xsi:type="dcterms:W3CDTF">2025-10-23T01:38:29Z</dcterms:created>
  <dcterms:modified xsi:type="dcterms:W3CDTF">2026-06-25T14:57:42Z</dcterms:modified>
</cp:coreProperties>
</file>